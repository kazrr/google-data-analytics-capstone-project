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4" r:id="rId4"/>
  </p:sldMasterIdLst>
  <p:notesMasterIdLst>
    <p:notesMasterId r:id="rId16"/>
  </p:notesMasterIdLst>
  <p:handoutMasterIdLst>
    <p:handoutMasterId r:id="rId17"/>
  </p:handoutMasterIdLst>
  <p:sldIdLst>
    <p:sldId id="333" r:id="rId5"/>
    <p:sldId id="360" r:id="rId6"/>
    <p:sldId id="338" r:id="rId7"/>
    <p:sldId id="299" r:id="rId8"/>
    <p:sldId id="363" r:id="rId9"/>
    <p:sldId id="370" r:id="rId10"/>
    <p:sldId id="371" r:id="rId11"/>
    <p:sldId id="372" r:id="rId12"/>
    <p:sldId id="373" r:id="rId13"/>
    <p:sldId id="369" r:id="rId14"/>
    <p:sldId id="354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88D397-5FFF-7808-CB7D-0F846EE58B70}" v="1579" dt="2025-04-07T23:57:14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60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sey Almanzar" userId="b359caa29354e61a" providerId="Windows Live" clId="Web-{B988D397-5FFF-7808-CB7D-0F846EE58B70}"/>
    <pc:docChg chg="addSld delSld modSld sldOrd addMainMaster delMainMaster">
      <pc:chgData name="Kelsey Almanzar" userId="b359caa29354e61a" providerId="Windows Live" clId="Web-{B988D397-5FFF-7808-CB7D-0F846EE58B70}" dt="2025-04-07T23:57:14.007" v="1118"/>
      <pc:docMkLst>
        <pc:docMk/>
      </pc:docMkLst>
      <pc:sldChg chg="addSp delSp modSp mod modClrScheme chgLayout">
        <pc:chgData name="Kelsey Almanzar" userId="b359caa29354e61a" providerId="Windows Live" clId="Web-{B988D397-5FFF-7808-CB7D-0F846EE58B70}" dt="2025-04-07T21:14:54.164" v="356" actId="20577"/>
        <pc:sldMkLst>
          <pc:docMk/>
          <pc:sldMk cId="3186474263" sldId="299"/>
        </pc:sldMkLst>
        <pc:spChg chg="del mod ord">
          <ac:chgData name="Kelsey Almanzar" userId="b359caa29354e61a" providerId="Windows Live" clId="Web-{B988D397-5FFF-7808-CB7D-0F846EE58B70}" dt="2025-04-07T21:07:47.040" v="177"/>
          <ac:spMkLst>
            <pc:docMk/>
            <pc:sldMk cId="3186474263" sldId="299"/>
            <ac:spMk id="2" creationId="{E94938EA-5E81-6F4B-AD8A-91D414FD10D2}"/>
          </ac:spMkLst>
        </pc:spChg>
        <pc:spChg chg="del mod ord">
          <ac:chgData name="Kelsey Almanzar" userId="b359caa29354e61a" providerId="Windows Live" clId="Web-{B988D397-5FFF-7808-CB7D-0F846EE58B70}" dt="2025-04-07T21:08:40.477" v="199"/>
          <ac:spMkLst>
            <pc:docMk/>
            <pc:sldMk cId="3186474263" sldId="299"/>
            <ac:spMk id="5" creationId="{AB89980E-2D9C-FF2D-D108-59614A212BC7}"/>
          </ac:spMkLst>
        </pc:spChg>
        <pc:spChg chg="add mod">
          <ac:chgData name="Kelsey Almanzar" userId="b359caa29354e61a" providerId="Windows Live" clId="Web-{B988D397-5FFF-7808-CB7D-0F846EE58B70}" dt="2025-04-07T21:08:10.289" v="193" actId="20577"/>
          <ac:spMkLst>
            <pc:docMk/>
            <pc:sldMk cId="3186474263" sldId="299"/>
            <ac:spMk id="6" creationId="{34406E77-AE7A-7339-0AF2-CB2D5329705B}"/>
          </ac:spMkLst>
        </pc:spChg>
        <pc:spChg chg="add del mod">
          <ac:chgData name="Kelsey Almanzar" userId="b359caa29354e61a" providerId="Windows Live" clId="Web-{B988D397-5FFF-7808-CB7D-0F846EE58B70}" dt="2025-04-07T21:08:14.571" v="194"/>
          <ac:spMkLst>
            <pc:docMk/>
            <pc:sldMk cId="3186474263" sldId="299"/>
            <ac:spMk id="8" creationId="{8BA89045-B643-AE85-8EED-4C1128706C18}"/>
          </ac:spMkLst>
        </pc:spChg>
        <pc:spChg chg="add del">
          <ac:chgData name="Kelsey Almanzar" userId="b359caa29354e61a" providerId="Windows Live" clId="Web-{B988D397-5FFF-7808-CB7D-0F846EE58B70}" dt="2025-04-07T21:08:31.352" v="196"/>
          <ac:spMkLst>
            <pc:docMk/>
            <pc:sldMk cId="3186474263" sldId="299"/>
            <ac:spMk id="10" creationId="{5829AF77-47B0-348D-1FDD-9C80664C1DAA}"/>
          </ac:spMkLst>
        </pc:spChg>
        <pc:spChg chg="add del mod">
          <ac:chgData name="Kelsey Almanzar" userId="b359caa29354e61a" providerId="Windows Live" clId="Web-{B988D397-5FFF-7808-CB7D-0F846EE58B70}" dt="2025-04-07T21:08:46.211" v="200"/>
          <ac:spMkLst>
            <pc:docMk/>
            <pc:sldMk cId="3186474263" sldId="299"/>
            <ac:spMk id="12" creationId="{B8C1B622-CBCF-9CEA-2ABD-47651CE12CD1}"/>
          </ac:spMkLst>
        </pc:spChg>
        <pc:spChg chg="add del">
          <ac:chgData name="Kelsey Almanzar" userId="b359caa29354e61a" providerId="Windows Live" clId="Web-{B988D397-5FFF-7808-CB7D-0F846EE58B70}" dt="2025-04-07T21:09:01.524" v="202"/>
          <ac:spMkLst>
            <pc:docMk/>
            <pc:sldMk cId="3186474263" sldId="299"/>
            <ac:spMk id="13" creationId="{E6225144-6C7C-D19E-D2E8-51D95644EC25}"/>
          </ac:spMkLst>
        </pc:spChg>
        <pc:spChg chg="add del mod">
          <ac:chgData name="Kelsey Almanzar" userId="b359caa29354e61a" providerId="Windows Live" clId="Web-{B988D397-5FFF-7808-CB7D-0F846EE58B70}" dt="2025-04-07T21:09:42.243" v="205"/>
          <ac:spMkLst>
            <pc:docMk/>
            <pc:sldMk cId="3186474263" sldId="299"/>
            <ac:spMk id="14" creationId="{29CFAB6D-292B-9FEF-33A6-1B1B0073F3FC}"/>
          </ac:spMkLst>
        </pc:spChg>
        <pc:spChg chg="add mod">
          <ac:chgData name="Kelsey Almanzar" userId="b359caa29354e61a" providerId="Windows Live" clId="Web-{B988D397-5FFF-7808-CB7D-0F846EE58B70}" dt="2025-04-07T21:14:54.164" v="356" actId="20577"/>
          <ac:spMkLst>
            <pc:docMk/>
            <pc:sldMk cId="3186474263" sldId="299"/>
            <ac:spMk id="15" creationId="{3CD8B350-DA45-1D73-7D23-4A971DFDC5E1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3186474263" sldId="299"/>
            <ac:picMk id="4" creationId="{7A1F2087-E6D4-5E3B-784F-100A98C29368}"/>
          </ac:picMkLst>
        </pc:pic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3186474263" sldId="299"/>
            <ac:picMk id="9" creationId="{5A28BD0B-0D05-3D24-BC22-A913C4E115C9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3:11:18.983" v="699"/>
        <pc:sldMkLst>
          <pc:docMk/>
          <pc:sldMk cId="2654786308" sldId="300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654786308" sldId="300"/>
            <ac:spMk id="2" creationId="{6B94A7FE-0AB4-2397-ED6E-B106393A2947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654786308" sldId="300"/>
            <ac:spMk id="5" creationId="{3464F2A9-06E1-8444-9E11-49A4C089E495}"/>
          </ac:spMkLst>
        </pc:spChg>
      </pc:sldChg>
      <pc:sldChg chg="modSp del mod modClrScheme chgLayout">
        <pc:chgData name="Kelsey Almanzar" userId="b359caa29354e61a" providerId="Windows Live" clId="Web-{B988D397-5FFF-7808-CB7D-0F846EE58B70}" dt="2025-04-07T23:11:18.983" v="696"/>
        <pc:sldMkLst>
          <pc:docMk/>
          <pc:sldMk cId="3758124057" sldId="301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8124057" sldId="301"/>
            <ac:spMk id="2" creationId="{A9DBE091-B2F9-29C7-FC67-6D2FDAEABA78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8124057" sldId="301"/>
            <ac:spMk id="5" creationId="{33D22F88-EFF6-01D4-FE48-96AEFFC3E9E8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3758124057" sldId="301"/>
            <ac:picMk id="4" creationId="{467EC97D-A912-87D4-57CD-0DADC4D16415}"/>
          </ac:picMkLst>
        </pc:pic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3758124057" sldId="301"/>
            <ac:picMk id="9" creationId="{D11D793F-B0C5-FF4C-2B7B-316ED3EA8366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3:11:18.983" v="693"/>
        <pc:sldMkLst>
          <pc:docMk/>
          <pc:sldMk cId="2703607994" sldId="302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703607994" sldId="302"/>
            <ac:spMk id="2" creationId="{AAB31522-DFE5-93FC-1AD3-FD4E655ED95B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703607994" sldId="302"/>
            <ac:spMk id="5" creationId="{A837A44D-98F0-890D-B689-C64A727ACDBB}"/>
          </ac:spMkLst>
        </pc:spChg>
      </pc:sldChg>
      <pc:sldChg chg="modSp del mod modClrScheme chgLayout">
        <pc:chgData name="Kelsey Almanzar" userId="b359caa29354e61a" providerId="Windows Live" clId="Web-{B988D397-5FFF-7808-CB7D-0F846EE58B70}" dt="2025-04-07T23:11:18.983" v="690"/>
        <pc:sldMkLst>
          <pc:docMk/>
          <pc:sldMk cId="2689187513" sldId="303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689187513" sldId="303"/>
            <ac:spMk id="2" creationId="{FFD16F86-6C7C-399D-C4D1-699E2EDC1115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689187513" sldId="303"/>
            <ac:spMk id="5" creationId="{3DB7BD93-A683-8329-EE7A-3086257183F7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2689187513" sldId="303"/>
            <ac:picMk id="4" creationId="{6D573313-22C7-2B0C-5939-5BCB47E62D80}"/>
          </ac:picMkLst>
        </pc:pic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2689187513" sldId="303"/>
            <ac:picMk id="9" creationId="{2F77B77C-17EF-1F1F-607C-DF116160F252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2:49:36.817" v="577"/>
        <pc:sldMkLst>
          <pc:docMk/>
          <pc:sldMk cId="3507174280" sldId="304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507174280" sldId="304"/>
            <ac:spMk id="2" creationId="{12D6538B-1A48-73D0-0FDB-71C2C580240E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507174280" sldId="304"/>
            <ac:spMk id="5" creationId="{A7E8F9D9-6D90-40C5-6832-494206486930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3507174280" sldId="304"/>
            <ac:picMk id="4" creationId="{3ED24B98-B22E-039A-78A4-894C6D33663B}"/>
          </ac:picMkLst>
        </pc:pic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3507174280" sldId="304"/>
            <ac:picMk id="9" creationId="{C4FB4637-57D8-FA9A-0D99-E8BDF238F125}"/>
          </ac:picMkLst>
        </pc:picChg>
      </pc:sldChg>
      <pc:sldChg chg="addSp delSp modSp mod modClrScheme chgLayout">
        <pc:chgData name="Kelsey Almanzar" userId="b359caa29354e61a" providerId="Windows Live" clId="Web-{B988D397-5FFF-7808-CB7D-0F846EE58B70}" dt="2025-04-07T20:45:35.681" v="78"/>
        <pc:sldMkLst>
          <pc:docMk/>
          <pc:sldMk cId="1596312341" sldId="333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596312341" sldId="333"/>
            <ac:spMk id="3" creationId="{89505C81-7592-A9B6-9A49-51C38F20A35B}"/>
          </ac:spMkLst>
        </pc:spChg>
        <pc:spChg chg="mod ord">
          <ac:chgData name="Kelsey Almanzar" userId="b359caa29354e61a" providerId="Windows Live" clId="Web-{B988D397-5FFF-7808-CB7D-0F846EE58B70}" dt="2025-04-07T20:36:38.056" v="54" actId="20577"/>
          <ac:spMkLst>
            <pc:docMk/>
            <pc:sldMk cId="1596312341" sldId="333"/>
            <ac:spMk id="4" creationId="{C8DCEE19-DDF9-070E-AB7A-EF04DFB3B875}"/>
          </ac:spMkLst>
        </pc:spChg>
        <pc:spChg chg="mod ord">
          <ac:chgData name="Kelsey Almanzar" userId="b359caa29354e61a" providerId="Windows Live" clId="Web-{B988D397-5FFF-7808-CB7D-0F846EE58B70}" dt="2025-04-07T20:44:43.962" v="65"/>
          <ac:spMkLst>
            <pc:docMk/>
            <pc:sldMk cId="1596312341" sldId="333"/>
            <ac:spMk id="5" creationId="{956E41FD-3593-DFB7-7AEF-19575C790714}"/>
          </ac:spMkLst>
        </pc:spChg>
        <pc:spChg chg="add del mod ord">
          <ac:chgData name="Kelsey Almanzar" userId="b359caa29354e61a" providerId="Windows Live" clId="Web-{B988D397-5FFF-7808-CB7D-0F846EE58B70}" dt="2025-04-07T20:44:48.837" v="67"/>
          <ac:spMkLst>
            <pc:docMk/>
            <pc:sldMk cId="1596312341" sldId="333"/>
            <ac:spMk id="9" creationId="{9C8FB92F-78D2-08ED-D552-0644DDA2EBD2}"/>
          </ac:spMkLst>
        </pc:spChg>
        <pc:picChg chg="add del mod">
          <ac:chgData name="Kelsey Almanzar" userId="b359caa29354e61a" providerId="Windows Live" clId="Web-{B988D397-5FFF-7808-CB7D-0F846EE58B70}" dt="2025-04-07T20:45:35.681" v="78"/>
          <ac:picMkLst>
            <pc:docMk/>
            <pc:sldMk cId="1596312341" sldId="333"/>
            <ac:picMk id="2" creationId="{CCC8C5F3-0DDC-03C0-E03B-C85247D81CE2}"/>
          </ac:picMkLst>
        </pc:picChg>
        <pc:picChg chg="add del mod ord">
          <ac:chgData name="Kelsey Almanzar" userId="b359caa29354e61a" providerId="Windows Live" clId="Web-{B988D397-5FFF-7808-CB7D-0F846EE58B70}" dt="2025-04-07T20:45:10.962" v="72"/>
          <ac:picMkLst>
            <pc:docMk/>
            <pc:sldMk cId="1596312341" sldId="333"/>
            <ac:picMk id="6" creationId="{08691AAF-32A2-F60A-CFF0-BF7DA53B8716}"/>
          </ac:picMkLst>
        </pc:picChg>
        <pc:picChg chg="add del mod ord">
          <ac:chgData name="Kelsey Almanzar" userId="b359caa29354e61a" providerId="Windows Live" clId="Web-{B988D397-5FFF-7808-CB7D-0F846EE58B70}" dt="2025-04-07T20:45:31.244" v="77" actId="1076"/>
          <ac:picMkLst>
            <pc:docMk/>
            <pc:sldMk cId="1596312341" sldId="333"/>
            <ac:picMk id="8" creationId="{0F9DA6A8-7EF0-B97E-4260-4C354686930C}"/>
          </ac:picMkLst>
        </pc:picChg>
      </pc:sldChg>
      <pc:sldChg chg="modSp mod modClrScheme chgLayout">
        <pc:chgData name="Kelsey Almanzar" userId="b359caa29354e61a" providerId="Windows Live" clId="Web-{B988D397-5FFF-7808-CB7D-0F846EE58B70}" dt="2025-04-07T21:02:20.055" v="173" actId="20577"/>
        <pc:sldMkLst>
          <pc:docMk/>
          <pc:sldMk cId="2916542775" sldId="338"/>
        </pc:sldMkLst>
        <pc:spChg chg="mod ord">
          <ac:chgData name="Kelsey Almanzar" userId="b359caa29354e61a" providerId="Windows Live" clId="Web-{B988D397-5FFF-7808-CB7D-0F846EE58B70}" dt="2025-04-07T21:02:20.055" v="173" actId="20577"/>
          <ac:spMkLst>
            <pc:docMk/>
            <pc:sldMk cId="2916542775" sldId="338"/>
            <ac:spMk id="4" creationId="{6810CF5C-547D-33A5-D727-42704181C6CB}"/>
          </ac:spMkLst>
        </pc:spChg>
        <pc:spChg chg="mod ord">
          <ac:chgData name="Kelsey Almanzar" userId="b359caa29354e61a" providerId="Windows Live" clId="Web-{B988D397-5FFF-7808-CB7D-0F846EE58B70}" dt="2025-04-07T21:00:32.321" v="164" actId="1076"/>
          <ac:spMkLst>
            <pc:docMk/>
            <pc:sldMk cId="2916542775" sldId="338"/>
            <ac:spMk id="8" creationId="{ADF1BCE5-CF45-9BCE-9905-8E376F7BC67D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2916542775" sldId="338"/>
            <ac:picMk id="16" creationId="{B147720E-1C98-6E44-850F-81313654BE9E}"/>
          </ac:picMkLst>
        </pc:picChg>
      </pc:sldChg>
      <pc:sldChg chg="addSp delSp modSp del mod modClrScheme chgLayout">
        <pc:chgData name="Kelsey Almanzar" userId="b359caa29354e61a" providerId="Windows Live" clId="Web-{B988D397-5FFF-7808-CB7D-0F846EE58B70}" dt="2025-04-07T23:05:19.722" v="670"/>
        <pc:sldMkLst>
          <pc:docMk/>
          <pc:sldMk cId="2859168847" sldId="339"/>
        </pc:sldMkLst>
        <pc:spChg chg="mod ord">
          <ac:chgData name="Kelsey Almanzar" userId="b359caa29354e61a" providerId="Windows Live" clId="Web-{B988D397-5FFF-7808-CB7D-0F846EE58B70}" dt="2025-04-07T21:15:45.992" v="364" actId="1076"/>
          <ac:spMkLst>
            <pc:docMk/>
            <pc:sldMk cId="2859168847" sldId="339"/>
            <ac:spMk id="3" creationId="{20296E95-9B0C-4EC1-9980-C3F4F6A53F21}"/>
          </ac:spMkLst>
        </pc:spChg>
        <pc:spChg chg="del mod ord">
          <ac:chgData name="Kelsey Almanzar" userId="b359caa29354e61a" providerId="Windows Live" clId="Web-{B988D397-5FFF-7808-CB7D-0F846EE58B70}" dt="2025-04-07T21:15:35.711" v="362"/>
          <ac:spMkLst>
            <pc:docMk/>
            <pc:sldMk cId="2859168847" sldId="339"/>
            <ac:spMk id="4" creationId="{3FCB56FB-552F-5A4B-085F-DC35C50D474C}"/>
          </ac:spMkLst>
        </pc:spChg>
        <pc:spChg chg="add del mod">
          <ac:chgData name="Kelsey Almanzar" userId="b359caa29354e61a" providerId="Windows Live" clId="Web-{B988D397-5FFF-7808-CB7D-0F846EE58B70}" dt="2025-04-07T21:15:41.023" v="363"/>
          <ac:spMkLst>
            <pc:docMk/>
            <pc:sldMk cId="2859168847" sldId="339"/>
            <ac:spMk id="5" creationId="{FD2B9250-37C5-6284-B818-AD83834CE452}"/>
          </ac:spMkLst>
        </pc:spChg>
        <pc:spChg chg="add mod">
          <ac:chgData name="Kelsey Almanzar" userId="b359caa29354e61a" providerId="Windows Live" clId="Web-{B988D397-5FFF-7808-CB7D-0F846EE58B70}" dt="2025-04-07T21:18:54.633" v="387" actId="20577"/>
          <ac:spMkLst>
            <pc:docMk/>
            <pc:sldMk cId="2859168847" sldId="339"/>
            <ac:spMk id="6" creationId="{C121C4DD-163B-C15A-1471-CBFA7B20F941}"/>
          </ac:spMkLst>
        </pc:spChg>
        <pc:spChg chg="add del mod">
          <ac:chgData name="Kelsey Almanzar" userId="b359caa29354e61a" providerId="Windows Live" clId="Web-{B988D397-5FFF-7808-CB7D-0F846EE58B70}" dt="2025-04-07T21:18:36.305" v="381"/>
          <ac:spMkLst>
            <pc:docMk/>
            <pc:sldMk cId="2859168847" sldId="339"/>
            <ac:spMk id="8" creationId="{B1BFB1DD-863F-6C13-33A0-3F84D13B3352}"/>
          </ac:spMkLst>
        </pc:spChg>
        <pc:picChg chg="mod ord">
          <ac:chgData name="Kelsey Almanzar" userId="b359caa29354e61a" providerId="Windows Live" clId="Web-{B988D397-5FFF-7808-CB7D-0F846EE58B70}" dt="2025-04-07T21:18:09.601" v="375" actId="1076"/>
          <ac:picMkLst>
            <pc:docMk/>
            <pc:sldMk cId="2859168847" sldId="339"/>
            <ac:picMk id="14" creationId="{4A5C565C-5FD3-821D-1BF8-583E98BD9765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3:11:18.983" v="700"/>
        <pc:sldMkLst>
          <pc:docMk/>
          <pc:sldMk cId="4160222011" sldId="343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4160222011" sldId="343"/>
            <ac:spMk id="3" creationId="{3EEB4036-D65C-7971-663C-7C1FD90D7E12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4160222011" sldId="343"/>
            <ac:spMk id="4" creationId="{4A66273B-F8DF-C22E-9661-614DFF4B2874}"/>
          </ac:spMkLst>
        </pc:spChg>
      </pc:sldChg>
      <pc:sldChg chg="modSp del mod modClrScheme chgLayout">
        <pc:chgData name="Kelsey Almanzar" userId="b359caa29354e61a" providerId="Windows Live" clId="Web-{B988D397-5FFF-7808-CB7D-0F846EE58B70}" dt="2025-04-07T23:11:18.983" v="695"/>
        <pc:sldMkLst>
          <pc:docMk/>
          <pc:sldMk cId="2223989042" sldId="346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223989042" sldId="346"/>
            <ac:spMk id="2" creationId="{104AD419-1A74-AE0E-64A5-316F481BF8EB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223989042" sldId="346"/>
            <ac:spMk id="3" creationId="{C686764F-2B75-3A58-78E6-3149017D846A}"/>
          </ac:spMkLst>
        </pc:spChg>
      </pc:sldChg>
      <pc:sldChg chg="modSp del mod modClrScheme chgLayout">
        <pc:chgData name="Kelsey Almanzar" userId="b359caa29354e61a" providerId="Windows Live" clId="Web-{B988D397-5FFF-7808-CB7D-0F846EE58B70}" dt="2025-04-07T23:57:14.007" v="1118"/>
        <pc:sldMkLst>
          <pc:docMk/>
          <pc:sldMk cId="1200752104" sldId="351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200752104" sldId="351"/>
            <ac:spMk id="3" creationId="{E4215DBC-5D74-7158-E1CC-6D8A61C13939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200752104" sldId="351"/>
            <ac:spMk id="4" creationId="{E60468BE-E9D1-11B5-98A6-AC6AC963C585}"/>
          </ac:spMkLst>
        </pc:spChg>
      </pc:sldChg>
      <pc:sldChg chg="modSp del mod modClrScheme chgLayout">
        <pc:chgData name="Kelsey Almanzar" userId="b359caa29354e61a" providerId="Windows Live" clId="Web-{B988D397-5FFF-7808-CB7D-0F846EE58B70}" dt="2025-04-07T23:11:18.983" v="691"/>
        <pc:sldMkLst>
          <pc:docMk/>
          <pc:sldMk cId="1128169801" sldId="352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128169801" sldId="352"/>
            <ac:spMk id="3" creationId="{499E7463-3198-EE88-DE52-BAC2B766150E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128169801" sldId="352"/>
            <ac:spMk id="4" creationId="{67D99338-95E2-64DA-CEF9-63BAD7A13C1C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1128169801" sldId="352"/>
            <ac:picMk id="11" creationId="{2C090841-DD22-F62B-EDCE-565E3DF7B9C4}"/>
          </ac:picMkLst>
        </pc:picChg>
      </pc:sldChg>
      <pc:sldChg chg="modSp mod modClrScheme chgLayout">
        <pc:chgData name="Kelsey Almanzar" userId="b359caa29354e61a" providerId="Windows Live" clId="Web-{B988D397-5FFF-7808-CB7D-0F846EE58B70}" dt="2025-04-07T20:36:11.260" v="52"/>
        <pc:sldMkLst>
          <pc:docMk/>
          <pc:sldMk cId="518133250" sldId="354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518133250" sldId="354"/>
            <ac:spMk id="3" creationId="{37EED647-84CF-1A16-4D69-1DA7D6922B41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518133250" sldId="354"/>
            <ac:picMk id="5" creationId="{73988C3C-9CF5-8861-742A-E259DD36B96A}"/>
          </ac:picMkLst>
        </pc:picChg>
      </pc:sldChg>
      <pc:sldChg chg="modSp mod modClrScheme chgLayout">
        <pc:chgData name="Kelsey Almanzar" userId="b359caa29354e61a" providerId="Windows Live" clId="Web-{B988D397-5FFF-7808-CB7D-0F846EE58B70}" dt="2025-04-07T20:57:30.524" v="156" actId="20577"/>
        <pc:sldMkLst>
          <pc:docMk/>
          <pc:sldMk cId="2573439807" sldId="360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573439807" sldId="360"/>
            <ac:spMk id="2" creationId="{D6425C3F-9600-BA1B-3AE6-404D35A7C69B}"/>
          </ac:spMkLst>
        </pc:spChg>
        <pc:spChg chg="mod ord">
          <ac:chgData name="Kelsey Almanzar" userId="b359caa29354e61a" providerId="Windows Live" clId="Web-{B988D397-5FFF-7808-CB7D-0F846EE58B70}" dt="2025-04-07T20:47:07.915" v="87" actId="20577"/>
          <ac:spMkLst>
            <pc:docMk/>
            <pc:sldMk cId="2573439807" sldId="360"/>
            <ac:spMk id="3" creationId="{9B3A60CB-001E-8496-62D0-5D43CC95EAC4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573439807" sldId="360"/>
            <ac:spMk id="4" creationId="{DEE41B84-89BD-2B29-9220-AC06461FDE45}"/>
          </ac:spMkLst>
        </pc:spChg>
        <pc:spChg chg="mod ord">
          <ac:chgData name="Kelsey Almanzar" userId="b359caa29354e61a" providerId="Windows Live" clId="Web-{B988D397-5FFF-7808-CB7D-0F846EE58B70}" dt="2025-04-07T20:48:50.103" v="93" actId="20577"/>
          <ac:spMkLst>
            <pc:docMk/>
            <pc:sldMk cId="2573439807" sldId="360"/>
            <ac:spMk id="5" creationId="{CDD44F4D-50C9-C0AA-0CD2-27EEDB734848}"/>
          </ac:spMkLst>
        </pc:spChg>
        <pc:spChg chg="mod ord">
          <ac:chgData name="Kelsey Almanzar" userId="b359caa29354e61a" providerId="Windows Live" clId="Web-{B988D397-5FFF-7808-CB7D-0F846EE58B70}" dt="2025-04-07T20:56:34.931" v="122" actId="20577"/>
          <ac:spMkLst>
            <pc:docMk/>
            <pc:sldMk cId="2573439807" sldId="360"/>
            <ac:spMk id="6" creationId="{3AAE4162-7818-C139-F244-D080B1E696C6}"/>
          </ac:spMkLst>
        </pc:spChg>
        <pc:spChg chg="mod ord">
          <ac:chgData name="Kelsey Almanzar" userId="b359caa29354e61a" providerId="Windows Live" clId="Web-{B988D397-5FFF-7808-CB7D-0F846EE58B70}" dt="2025-04-07T20:56:46.040" v="135" actId="20577"/>
          <ac:spMkLst>
            <pc:docMk/>
            <pc:sldMk cId="2573439807" sldId="360"/>
            <ac:spMk id="7" creationId="{B5D65370-A3A1-A440-2E55-5BD6DA09C5AD}"/>
          </ac:spMkLst>
        </pc:spChg>
        <pc:spChg chg="mod ord">
          <ac:chgData name="Kelsey Almanzar" userId="b359caa29354e61a" providerId="Windows Live" clId="Web-{B988D397-5FFF-7808-CB7D-0F846EE58B70}" dt="2025-04-07T20:57:01.962" v="150" actId="20577"/>
          <ac:spMkLst>
            <pc:docMk/>
            <pc:sldMk cId="2573439807" sldId="360"/>
            <ac:spMk id="8" creationId="{C459B1F0-1D49-2300-A52C-DA663F2DBAD9}"/>
          </ac:spMkLst>
        </pc:spChg>
        <pc:spChg chg="mod ord">
          <ac:chgData name="Kelsey Almanzar" userId="b359caa29354e61a" providerId="Windows Live" clId="Web-{B988D397-5FFF-7808-CB7D-0F846EE58B70}" dt="2025-04-07T20:57:30.524" v="156" actId="20577"/>
          <ac:spMkLst>
            <pc:docMk/>
            <pc:sldMk cId="2573439807" sldId="360"/>
            <ac:spMk id="9" creationId="{D7758194-D588-91A2-755F-D83C0A3ADEDD}"/>
          </ac:spMkLst>
        </pc:spChg>
      </pc:sldChg>
      <pc:sldChg chg="modSp del mod modClrScheme chgLayout">
        <pc:chgData name="Kelsey Almanzar" userId="b359caa29354e61a" providerId="Windows Live" clId="Web-{B988D397-5FFF-7808-CB7D-0F846EE58B70}" dt="2025-04-07T21:06:15.180" v="174"/>
        <pc:sldMkLst>
          <pc:docMk/>
          <pc:sldMk cId="3785386419" sldId="361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2" creationId="{2D1C3972-BC8F-F375-56E2-B67335652942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4" creationId="{58CCB629-0F93-E5A7-38FE-6B5FDE6302B3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5" creationId="{94DB2820-E2FD-9F50-647C-7211DCB31D20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6" creationId="{29B89C80-5FF2-3C64-2064-2252C02D74D5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7" creationId="{1F34057D-388F-B462-D877-CB78DE9BB07E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8" creationId="{5C08F3C9-944A-F895-9B28-4306D2F1FEAC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9" creationId="{B1C54AA1-88E5-DDA0-BA64-381B1600D9E5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10" creationId="{50B24529-D8BE-FB30-F6FE-FE80689641C3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85386419" sldId="361"/>
            <ac:spMk id="11" creationId="{C1BF6CFF-9714-865F-E266-291500D60FA9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3785386419" sldId="361"/>
            <ac:picMk id="20" creationId="{35FB5F0C-8EDD-FB15-D7B0-D69297F2C00A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2:30:10.500" v="412"/>
        <pc:sldMkLst>
          <pc:docMk/>
          <pc:sldMk cId="3757126260" sldId="362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2" creationId="{83A0E0C7-3A80-5387-ADF8-40B3DF7E8ECC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3" creationId="{751C84E8-BACD-FBE6-C56A-B8B552B5C5BA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4" creationId="{E67546DB-CA6C-E612-08C2-89B8638C8299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5" creationId="{98330C09-CC0E-1243-8359-70DF63D24E52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6" creationId="{72EF5885-A010-6AC0-50BD-EB95048A01CD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7" creationId="{0FBA21DF-28FF-8FFE-C51B-4D6D19EE635D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8" creationId="{4A348E58-CD9C-672E-4F3B-BE0DDC7C1D7C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9" creationId="{CF7EB481-D1FA-3D28-9949-AF57E1382C7F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57126260" sldId="362"/>
            <ac:spMk id="10" creationId="{2E3B6AA4-603E-2BD4-C9B7-1AF155EB0654}"/>
          </ac:spMkLst>
        </pc:spChg>
      </pc:sldChg>
      <pc:sldChg chg="addSp delSp modSp mod modClrScheme chgLayout">
        <pc:chgData name="Kelsey Almanzar" userId="b359caa29354e61a" providerId="Windows Live" clId="Web-{B988D397-5FFF-7808-CB7D-0F846EE58B70}" dt="2025-04-07T22:47:32.954" v="576"/>
        <pc:sldMkLst>
          <pc:docMk/>
          <pc:sldMk cId="3539387682" sldId="363"/>
        </pc:sldMkLst>
        <pc:spChg chg="del mod ord">
          <ac:chgData name="Kelsey Almanzar" userId="b359caa29354e61a" providerId="Windows Live" clId="Web-{B988D397-5FFF-7808-CB7D-0F846EE58B70}" dt="2025-04-07T21:19:17.070" v="388"/>
          <ac:spMkLst>
            <pc:docMk/>
            <pc:sldMk cId="3539387682" sldId="363"/>
            <ac:spMk id="2" creationId="{63916FD9-165B-7011-3424-9AD1D0BFF615}"/>
          </ac:spMkLst>
        </pc:spChg>
        <pc:spChg chg="add del mod">
          <ac:chgData name="Kelsey Almanzar" userId="b359caa29354e61a" providerId="Windows Live" clId="Web-{B988D397-5FFF-7808-CB7D-0F846EE58B70}" dt="2025-04-07T22:30:54.376" v="418"/>
          <ac:spMkLst>
            <pc:docMk/>
            <pc:sldMk cId="3539387682" sldId="363"/>
            <ac:spMk id="2" creationId="{F235A4E9-0B35-8AA9-24F8-00C62C69D20A}"/>
          </ac:spMkLst>
        </pc:spChg>
        <pc:spChg chg="del mod ord">
          <ac:chgData name="Kelsey Almanzar" userId="b359caa29354e61a" providerId="Windows Live" clId="Web-{B988D397-5FFF-7808-CB7D-0F846EE58B70}" dt="2025-04-07T21:19:24.633" v="397"/>
          <ac:spMkLst>
            <pc:docMk/>
            <pc:sldMk cId="3539387682" sldId="363"/>
            <ac:spMk id="3" creationId="{A3763C5F-C72F-D73B-0AB4-6DADC99089A0}"/>
          </ac:spMkLst>
        </pc:spChg>
        <pc:spChg chg="add mod">
          <ac:chgData name="Kelsey Almanzar" userId="b359caa29354e61a" providerId="Windows Live" clId="Web-{B988D397-5FFF-7808-CB7D-0F846EE58B70}" dt="2025-04-07T22:45:28.872" v="549" actId="1076"/>
          <ac:spMkLst>
            <pc:docMk/>
            <pc:sldMk cId="3539387682" sldId="363"/>
            <ac:spMk id="3" creationId="{E94CA169-B3C3-47B5-2875-B3D4A2C319E5}"/>
          </ac:spMkLst>
        </pc:spChg>
        <pc:spChg chg="del mod ord">
          <ac:chgData name="Kelsey Almanzar" userId="b359caa29354e61a" providerId="Windows Live" clId="Web-{B988D397-5FFF-7808-CB7D-0F846EE58B70}" dt="2025-04-07T21:19:24.601" v="396"/>
          <ac:spMkLst>
            <pc:docMk/>
            <pc:sldMk cId="3539387682" sldId="363"/>
            <ac:spMk id="4" creationId="{869563B7-F46F-DCD9-7049-F6AACE1376EA}"/>
          </ac:spMkLst>
        </pc:spChg>
        <pc:spChg chg="add mod">
          <ac:chgData name="Kelsey Almanzar" userId="b359caa29354e61a" providerId="Windows Live" clId="Web-{B988D397-5FFF-7808-CB7D-0F846EE58B70}" dt="2025-04-07T22:45:23.637" v="548" actId="1076"/>
          <ac:spMkLst>
            <pc:docMk/>
            <pc:sldMk cId="3539387682" sldId="363"/>
            <ac:spMk id="4" creationId="{D8C1320C-3EA2-0AA7-AFA4-2443A0B3CD8A}"/>
          </ac:spMkLst>
        </pc:spChg>
        <pc:spChg chg="del mod ord">
          <ac:chgData name="Kelsey Almanzar" userId="b359caa29354e61a" providerId="Windows Live" clId="Web-{B988D397-5FFF-7808-CB7D-0F846EE58B70}" dt="2025-04-07T21:19:24.570" v="395"/>
          <ac:spMkLst>
            <pc:docMk/>
            <pc:sldMk cId="3539387682" sldId="363"/>
            <ac:spMk id="5" creationId="{D73EDA5F-7B7A-A004-46A2-4E5142243E89}"/>
          </ac:spMkLst>
        </pc:spChg>
        <pc:spChg chg="del mod ord">
          <ac:chgData name="Kelsey Almanzar" userId="b359caa29354e61a" providerId="Windows Live" clId="Web-{B988D397-5FFF-7808-CB7D-0F846EE58B70}" dt="2025-04-07T21:19:24.523" v="394"/>
          <ac:spMkLst>
            <pc:docMk/>
            <pc:sldMk cId="3539387682" sldId="363"/>
            <ac:spMk id="6" creationId="{73A80904-1ABD-3AA9-07B2-DCFBEEE03852}"/>
          </ac:spMkLst>
        </pc:spChg>
        <pc:spChg chg="del mod ord">
          <ac:chgData name="Kelsey Almanzar" userId="b359caa29354e61a" providerId="Windows Live" clId="Web-{B988D397-5FFF-7808-CB7D-0F846EE58B70}" dt="2025-04-07T21:19:24.492" v="393"/>
          <ac:spMkLst>
            <pc:docMk/>
            <pc:sldMk cId="3539387682" sldId="363"/>
            <ac:spMk id="7" creationId="{ACCDB151-7166-0C7D-60DE-4D21F6A0A71E}"/>
          </ac:spMkLst>
        </pc:spChg>
        <pc:spChg chg="add del mod">
          <ac:chgData name="Kelsey Almanzar" userId="b359caa29354e61a" providerId="Windows Live" clId="Web-{B988D397-5FFF-7808-CB7D-0F846EE58B70}" dt="2025-04-07T22:47:32.954" v="576"/>
          <ac:spMkLst>
            <pc:docMk/>
            <pc:sldMk cId="3539387682" sldId="363"/>
            <ac:spMk id="7" creationId="{FDF3D3D2-3EDC-0A15-9FC7-424F8E248D60}"/>
          </ac:spMkLst>
        </pc:spChg>
        <pc:spChg chg="del mod ord">
          <ac:chgData name="Kelsey Almanzar" userId="b359caa29354e61a" providerId="Windows Live" clId="Web-{B988D397-5FFF-7808-CB7D-0F846EE58B70}" dt="2025-04-07T21:19:24.414" v="392"/>
          <ac:spMkLst>
            <pc:docMk/>
            <pc:sldMk cId="3539387682" sldId="363"/>
            <ac:spMk id="8" creationId="{6502BDF7-4AF6-F187-ABF1-23B2528ED971}"/>
          </ac:spMkLst>
        </pc:spChg>
        <pc:spChg chg="del mod ord">
          <ac:chgData name="Kelsey Almanzar" userId="b359caa29354e61a" providerId="Windows Live" clId="Web-{B988D397-5FFF-7808-CB7D-0F846EE58B70}" dt="2025-04-07T21:19:24.367" v="391"/>
          <ac:spMkLst>
            <pc:docMk/>
            <pc:sldMk cId="3539387682" sldId="363"/>
            <ac:spMk id="9" creationId="{A981EE28-64A8-BD4D-D184-AC038F18C6C7}"/>
          </ac:spMkLst>
        </pc:spChg>
        <pc:spChg chg="del mod ord">
          <ac:chgData name="Kelsey Almanzar" userId="b359caa29354e61a" providerId="Windows Live" clId="Web-{B988D397-5FFF-7808-CB7D-0F846EE58B70}" dt="2025-04-07T21:19:24.320" v="390"/>
          <ac:spMkLst>
            <pc:docMk/>
            <pc:sldMk cId="3539387682" sldId="363"/>
            <ac:spMk id="10" creationId="{5EAED071-DA08-CA75-D468-010AAEB3E269}"/>
          </ac:spMkLst>
        </pc:spChg>
        <pc:spChg chg="add del mod">
          <ac:chgData name="Kelsey Almanzar" userId="b359caa29354e61a" providerId="Windows Live" clId="Web-{B988D397-5FFF-7808-CB7D-0F846EE58B70}" dt="2025-04-07T21:19:21.805" v="389"/>
          <ac:spMkLst>
            <pc:docMk/>
            <pc:sldMk cId="3539387682" sldId="363"/>
            <ac:spMk id="12" creationId="{A104A473-DE8E-376C-DB7B-7B6FCF5B2750}"/>
          </ac:spMkLst>
        </pc:spChg>
        <pc:spChg chg="add del mod">
          <ac:chgData name="Kelsey Almanzar" userId="b359caa29354e61a" providerId="Windows Live" clId="Web-{B988D397-5FFF-7808-CB7D-0F846EE58B70}" dt="2025-04-07T21:19:27.726" v="405"/>
          <ac:spMkLst>
            <pc:docMk/>
            <pc:sldMk cId="3539387682" sldId="363"/>
            <ac:spMk id="14" creationId="{86D31DEE-3CE5-B2B9-1AB1-B95766688FBB}"/>
          </ac:spMkLst>
        </pc:spChg>
        <pc:spChg chg="add del mod">
          <ac:chgData name="Kelsey Almanzar" userId="b359caa29354e61a" providerId="Windows Live" clId="Web-{B988D397-5FFF-7808-CB7D-0F846EE58B70}" dt="2025-04-07T21:19:27.726" v="404"/>
          <ac:spMkLst>
            <pc:docMk/>
            <pc:sldMk cId="3539387682" sldId="363"/>
            <ac:spMk id="16" creationId="{266A722F-9559-5E89-027C-F60498F59EEF}"/>
          </ac:spMkLst>
        </pc:spChg>
        <pc:spChg chg="add del mod">
          <ac:chgData name="Kelsey Almanzar" userId="b359caa29354e61a" providerId="Windows Live" clId="Web-{B988D397-5FFF-7808-CB7D-0F846EE58B70}" dt="2025-04-07T21:19:27.726" v="403"/>
          <ac:spMkLst>
            <pc:docMk/>
            <pc:sldMk cId="3539387682" sldId="363"/>
            <ac:spMk id="18" creationId="{23AFAEC9-D191-8668-8DF3-114F0C73CCFF}"/>
          </ac:spMkLst>
        </pc:spChg>
        <pc:spChg chg="add del mod">
          <ac:chgData name="Kelsey Almanzar" userId="b359caa29354e61a" providerId="Windows Live" clId="Web-{B988D397-5FFF-7808-CB7D-0F846EE58B70}" dt="2025-04-07T21:19:27.726" v="402"/>
          <ac:spMkLst>
            <pc:docMk/>
            <pc:sldMk cId="3539387682" sldId="363"/>
            <ac:spMk id="20" creationId="{AFD9CF18-18E9-A12E-7C77-D2F57E4ABAE9}"/>
          </ac:spMkLst>
        </pc:spChg>
        <pc:spChg chg="add del mod">
          <ac:chgData name="Kelsey Almanzar" userId="b359caa29354e61a" providerId="Windows Live" clId="Web-{B988D397-5FFF-7808-CB7D-0F846EE58B70}" dt="2025-04-07T21:19:27.726" v="401"/>
          <ac:spMkLst>
            <pc:docMk/>
            <pc:sldMk cId="3539387682" sldId="363"/>
            <ac:spMk id="22" creationId="{A7A3D139-7A7A-9B7D-624C-5234562FE9D0}"/>
          </ac:spMkLst>
        </pc:spChg>
        <pc:spChg chg="add del mod">
          <ac:chgData name="Kelsey Almanzar" userId="b359caa29354e61a" providerId="Windows Live" clId="Web-{B988D397-5FFF-7808-CB7D-0F846EE58B70}" dt="2025-04-07T21:19:27.726" v="400"/>
          <ac:spMkLst>
            <pc:docMk/>
            <pc:sldMk cId="3539387682" sldId="363"/>
            <ac:spMk id="24" creationId="{03B1592C-630E-C58A-A728-B5152FD0C870}"/>
          </ac:spMkLst>
        </pc:spChg>
        <pc:spChg chg="add del mod">
          <ac:chgData name="Kelsey Almanzar" userId="b359caa29354e61a" providerId="Windows Live" clId="Web-{B988D397-5FFF-7808-CB7D-0F846EE58B70}" dt="2025-04-07T21:19:27.726" v="399"/>
          <ac:spMkLst>
            <pc:docMk/>
            <pc:sldMk cId="3539387682" sldId="363"/>
            <ac:spMk id="26" creationId="{94D7F0A4-93FF-DC01-4243-7EEAB2664892}"/>
          </ac:spMkLst>
        </pc:spChg>
        <pc:spChg chg="add del mod">
          <ac:chgData name="Kelsey Almanzar" userId="b359caa29354e61a" providerId="Windows Live" clId="Web-{B988D397-5FFF-7808-CB7D-0F846EE58B70}" dt="2025-04-07T21:19:27.726" v="398"/>
          <ac:spMkLst>
            <pc:docMk/>
            <pc:sldMk cId="3539387682" sldId="363"/>
            <ac:spMk id="28" creationId="{997C1D09-3185-CBE0-ACD5-5E6D3D90C16F}"/>
          </ac:spMkLst>
        </pc:spChg>
        <pc:spChg chg="add mod">
          <ac:chgData name="Kelsey Almanzar" userId="b359caa29354e61a" providerId="Windows Live" clId="Web-{B988D397-5FFF-7808-CB7D-0F846EE58B70}" dt="2025-04-07T21:19:47.539" v="411" actId="14100"/>
          <ac:spMkLst>
            <pc:docMk/>
            <pc:sldMk cId="3539387682" sldId="363"/>
            <ac:spMk id="30" creationId="{50495B19-FF0A-9BEA-2418-684FD584A5AC}"/>
          </ac:spMkLst>
        </pc:spChg>
        <pc:graphicFrameChg chg="add mod modGraphic">
          <ac:chgData name="Kelsey Almanzar" userId="b359caa29354e61a" providerId="Windows Live" clId="Web-{B988D397-5FFF-7808-CB7D-0F846EE58B70}" dt="2025-04-07T22:45:07.856" v="543"/>
          <ac:graphicFrameMkLst>
            <pc:docMk/>
            <pc:sldMk cId="3539387682" sldId="363"/>
            <ac:graphicFrameMk id="6" creationId="{36544DD2-9447-674B-67EF-F3D33F10287C}"/>
          </ac:graphicFrameMkLst>
        </pc:graphicFrameChg>
      </pc:sldChg>
      <pc:sldChg chg="modSp del mod modClrScheme chgLayout">
        <pc:chgData name="Kelsey Almanzar" userId="b359caa29354e61a" providerId="Windows Live" clId="Web-{B988D397-5FFF-7808-CB7D-0F846EE58B70}" dt="2025-04-07T23:11:18.998" v="701"/>
        <pc:sldMkLst>
          <pc:docMk/>
          <pc:sldMk cId="1411064408" sldId="364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2" creationId="{98540E21-1FBA-8F91-6CC9-74BD4C27866F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3" creationId="{233F7094-0E53-38D8-3A56-3B8D20EA8C9C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4" creationId="{42FD82B5-5917-0591-91AC-CAC0617C5B29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5" creationId="{728AF8F0-DA24-94FD-74CB-F0A88463579A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6" creationId="{1910E8ED-C15F-1A5D-EE4B-B6AB67F6019C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7" creationId="{13BE3074-C8A4-64ED-A64C-7B647A525A8D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8" creationId="{EC0E1D1E-6681-7AF1-109C-0FCF158F2F91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9" creationId="{A5AA871C-7A5D-D97E-37EC-87D4669E3C8D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411064408" sldId="364"/>
            <ac:spMk id="10" creationId="{7214405D-1D80-18E7-008C-B60F5389C388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1411064408" sldId="364"/>
            <ac:picMk id="13" creationId="{4293DD6F-98F0-9320-E3CF-FA7ADCCA5E3F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3:11:18.983" v="698"/>
        <pc:sldMkLst>
          <pc:docMk/>
          <pc:sldMk cId="2401849897" sldId="365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2" creationId="{C1024701-4AEA-34DF-6A37-F3316FA2D542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7" creationId="{D56B96D5-FC7D-3849-7C6E-0884A6BB7EC4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8" creationId="{22877C9B-B17E-D533-5AC1-49FB2FC1A6F5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9" creationId="{C695F9E9-39A5-5D12-88A5-2EE235CED35D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10" creationId="{F2E67371-7DD3-C1C9-8A41-0B26934ABD66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11" creationId="{C55721AB-086E-5148-3808-E9B14202733C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12" creationId="{910EEE3E-CCCA-AC5A-02B5-7D3030BBDA5E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13" creationId="{ADE1E269-6A1C-5587-C4C3-751ABB0F60F3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01849897" sldId="365"/>
            <ac:spMk id="14" creationId="{200E7FB3-F0D7-6763-58B0-EAFB73B39EE3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2401849897" sldId="365"/>
            <ac:picMk id="20" creationId="{663AF522-CF2E-95B5-C9ED-9DF309BEB32A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3:11:18.983" v="697"/>
        <pc:sldMkLst>
          <pc:docMk/>
          <pc:sldMk cId="3704865487" sldId="366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04865487" sldId="366"/>
            <ac:spMk id="2" creationId="{DA4FAB89-C4DD-6520-90D1-771E2960550C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04865487" sldId="366"/>
            <ac:spMk id="3" creationId="{1762AFE2-DF4C-B355-CA06-68F460D4B17A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04865487" sldId="366"/>
            <ac:spMk id="4" creationId="{4A16737D-2DAF-4010-731C-07EAEA40BFCE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04865487" sldId="366"/>
            <ac:spMk id="5" creationId="{38B20992-D83F-84B1-0346-EC905CBCE27E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04865487" sldId="366"/>
            <ac:spMk id="6" creationId="{77FD80BA-324C-F0E5-7C77-90E9F94DD5A9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04865487" sldId="366"/>
            <ac:spMk id="7" creationId="{794D3C98-B76D-BB42-68F5-BE31AE077368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3704865487" sldId="366"/>
            <ac:spMk id="8" creationId="{6919686A-5C8C-EEB2-51C8-38F44819FB02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3704865487" sldId="366"/>
            <ac:picMk id="11" creationId="{68C42769-C8E8-C5F6-618E-16AB4EF09DDA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3:11:18.983" v="694"/>
        <pc:sldMkLst>
          <pc:docMk/>
          <pc:sldMk cId="206999877" sldId="367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2" creationId="{6F215623-5B11-665C-616F-07BF93107539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3" creationId="{12B43A06-8AD1-8A21-D111-508A2884C031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4" creationId="{CF84E027-9155-F9A2-EF8E-9F89F0A5B1B1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5" creationId="{C6EF9815-246D-96B3-FA66-240368BF27F6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6" creationId="{29828D53-81B2-CBF3-75BC-2F8A715993A8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7" creationId="{72132604-F293-9A52-4897-6CE1E5AFA85F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8" creationId="{EEB94C39-EAF2-3197-86FD-8B043E3E4C72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9" creationId="{C540111F-5B0B-D75A-4E47-246B910EEE63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06999877" sldId="367"/>
            <ac:spMk id="10" creationId="{C27E152E-633B-1ACA-D6FC-6BC0BB0F6BA8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206999877" sldId="367"/>
            <ac:picMk id="13" creationId="{0C2D3A9E-71C8-1D55-6506-2C6EA15DB30B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3:11:18.983" v="692"/>
        <pc:sldMkLst>
          <pc:docMk/>
          <pc:sldMk cId="1770424699" sldId="368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2" creationId="{C073470B-0100-5A69-04CD-965B0755CC25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7" creationId="{6EECDDB4-0C52-B1EB-D67C-2B29EAAFEEBB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8" creationId="{67B3675B-B276-B2F7-0F0B-42CDA7FE72EA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9" creationId="{909C0481-89A4-CBFB-A523-2EF4A974BD0D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10" creationId="{B70DBF91-5E2A-CDE6-4DCD-8E96E425E93A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11" creationId="{22CBD68E-8EB1-715E-F65F-190E93225B94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12" creationId="{66AF7602-F406-E96C-D09A-B805EF31CF8F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13" creationId="{0055E74E-B106-7FD9-450F-41ED14D24069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1770424699" sldId="368"/>
            <ac:spMk id="14" creationId="{9CF58A54-45E7-8041-DB32-AA613BC3E995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1770424699" sldId="368"/>
            <ac:picMk id="16" creationId="{8611A117-7BB7-5BCA-59DA-22253FD40EDA}"/>
          </ac:picMkLst>
        </pc:picChg>
      </pc:sldChg>
      <pc:sldChg chg="modSp mod modClrScheme chgLayout">
        <pc:chgData name="Kelsey Almanzar" userId="b359caa29354e61a" providerId="Windows Live" clId="Web-{B988D397-5FFF-7808-CB7D-0F846EE58B70}" dt="2025-04-07T23:57:09.881" v="1117" actId="20577"/>
        <pc:sldMkLst>
          <pc:docMk/>
          <pc:sldMk cId="2455599942" sldId="369"/>
        </pc:sldMkLst>
        <pc:spChg chg="mod ord">
          <ac:chgData name="Kelsey Almanzar" userId="b359caa29354e61a" providerId="Windows Live" clId="Web-{B988D397-5FFF-7808-CB7D-0F846EE58B70}" dt="2025-04-07T23:28:49.375" v="850" actId="20577"/>
          <ac:spMkLst>
            <pc:docMk/>
            <pc:sldMk cId="2455599942" sldId="369"/>
            <ac:spMk id="2" creationId="{1DADFCDD-F8AF-2581-733B-9BBCF17617E9}"/>
          </ac:spMkLst>
        </pc:spChg>
        <pc:spChg chg="mod ord">
          <ac:chgData name="Kelsey Almanzar" userId="b359caa29354e61a" providerId="Windows Live" clId="Web-{B988D397-5FFF-7808-CB7D-0F846EE58B70}" dt="2025-04-07T23:43:50.481" v="904" actId="20577"/>
          <ac:spMkLst>
            <pc:docMk/>
            <pc:sldMk cId="2455599942" sldId="369"/>
            <ac:spMk id="3" creationId="{E5BBEABA-0DCE-4B81-B9F7-4781C819587C}"/>
          </ac:spMkLst>
        </pc:spChg>
        <pc:spChg chg="mod ord">
          <ac:chgData name="Kelsey Almanzar" userId="b359caa29354e61a" providerId="Windows Live" clId="Web-{B988D397-5FFF-7808-CB7D-0F846EE58B70}" dt="2025-04-07T23:43:42.090" v="893" actId="20577"/>
          <ac:spMkLst>
            <pc:docMk/>
            <pc:sldMk cId="2455599942" sldId="369"/>
            <ac:spMk id="4" creationId="{7D810CDA-9672-5A56-DF3B-01613825BE93}"/>
          </ac:spMkLst>
        </pc:spChg>
        <pc:spChg chg="mod ord">
          <ac:chgData name="Kelsey Almanzar" userId="b359caa29354e61a" providerId="Windows Live" clId="Web-{B988D397-5FFF-7808-CB7D-0F846EE58B70}" dt="2025-04-07T23:44:18.701" v="917" actId="20577"/>
          <ac:spMkLst>
            <pc:docMk/>
            <pc:sldMk cId="2455599942" sldId="369"/>
            <ac:spMk id="5" creationId="{22BBE2CE-45DF-4825-1BED-9BD012FAB249}"/>
          </ac:spMkLst>
        </pc:spChg>
        <pc:spChg chg="mod ord">
          <ac:chgData name="Kelsey Almanzar" userId="b359caa29354e61a" providerId="Windows Live" clId="Web-{B988D397-5FFF-7808-CB7D-0F846EE58B70}" dt="2025-04-07T23:53:28.640" v="1024" actId="20577"/>
          <ac:spMkLst>
            <pc:docMk/>
            <pc:sldMk cId="2455599942" sldId="369"/>
            <ac:spMk id="6" creationId="{F4DB403A-8211-5863-05CC-BCECB0257643}"/>
          </ac:spMkLst>
        </pc:spChg>
        <pc:spChg chg="mod">
          <ac:chgData name="Kelsey Almanzar" userId="b359caa29354e61a" providerId="Windows Live" clId="Web-{B988D397-5FFF-7808-CB7D-0F846EE58B70}" dt="2025-04-07T23:53:34.093" v="1028" actId="20577"/>
          <ac:spMkLst>
            <pc:docMk/>
            <pc:sldMk cId="2455599942" sldId="369"/>
            <ac:spMk id="7" creationId="{FD7320B1-F51B-12F4-9F3A-39300376639E}"/>
          </ac:spMkLst>
        </pc:spChg>
        <pc:spChg chg="mod ord">
          <ac:chgData name="Kelsey Almanzar" userId="b359caa29354e61a" providerId="Windows Live" clId="Web-{B988D397-5FFF-7808-CB7D-0F846EE58B70}" dt="2025-04-07T23:57:09.881" v="1117" actId="20577"/>
          <ac:spMkLst>
            <pc:docMk/>
            <pc:sldMk cId="2455599942" sldId="369"/>
            <ac:spMk id="8" creationId="{5DEBE0E1-673B-CCFE-0CCB-D6914F86C557}"/>
          </ac:spMkLst>
        </pc:spChg>
        <pc:spChg chg="mod ord">
          <ac:chgData name="Kelsey Almanzar" userId="b359caa29354e61a" providerId="Windows Live" clId="Web-{B988D397-5FFF-7808-CB7D-0F846EE58B70}" dt="2025-04-07T23:56:59.647" v="1116" actId="20577"/>
          <ac:spMkLst>
            <pc:docMk/>
            <pc:sldMk cId="2455599942" sldId="369"/>
            <ac:spMk id="9" creationId="{79715309-A3C6-BDCC-65A3-9941C6962735}"/>
          </ac:spMkLst>
        </pc:spChg>
        <pc:spChg chg="mod ord">
          <ac:chgData name="Kelsey Almanzar" userId="b359caa29354e61a" providerId="Windows Live" clId="Web-{B988D397-5FFF-7808-CB7D-0F846EE58B70}" dt="2025-04-07T23:55:22.581" v="1078" actId="20577"/>
          <ac:spMkLst>
            <pc:docMk/>
            <pc:sldMk cId="2455599942" sldId="369"/>
            <ac:spMk id="10" creationId="{DBCE834F-6F71-52FE-7AAC-291620117EAB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55599942" sldId="369"/>
            <ac:spMk id="16" creationId="{929B037D-CB4B-8291-9EA3-365DD04737F7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2455599942" sldId="369"/>
            <ac:spMk id="18" creationId="{8B72E724-44B2-C2C7-8089-3022B37DD396}"/>
          </ac:spMkLst>
        </pc:spChg>
      </pc:sldChg>
      <pc:sldChg chg="addSp delSp modSp add replId">
        <pc:chgData name="Kelsey Almanzar" userId="b359caa29354e61a" providerId="Windows Live" clId="Web-{B988D397-5FFF-7808-CB7D-0F846EE58B70}" dt="2025-04-07T23:05:42.363" v="672" actId="20577"/>
        <pc:sldMkLst>
          <pc:docMk/>
          <pc:sldMk cId="343505805" sldId="370"/>
        </pc:sldMkLst>
        <pc:spChg chg="mod">
          <ac:chgData name="Kelsey Almanzar" userId="b359caa29354e61a" providerId="Windows Live" clId="Web-{B988D397-5FFF-7808-CB7D-0F846EE58B70}" dt="2025-04-07T23:02:28.029" v="650" actId="20577"/>
          <ac:spMkLst>
            <pc:docMk/>
            <pc:sldMk cId="343505805" sldId="370"/>
            <ac:spMk id="3" creationId="{2F5A7C00-7300-525A-2789-70DEEF8D7ED9}"/>
          </ac:spMkLst>
        </pc:spChg>
        <pc:spChg chg="mod">
          <ac:chgData name="Kelsey Almanzar" userId="b359caa29354e61a" providerId="Windows Live" clId="Web-{B988D397-5FFF-7808-CB7D-0F846EE58B70}" dt="2025-04-07T23:05:18.878" v="669" actId="20577"/>
          <ac:spMkLst>
            <pc:docMk/>
            <pc:sldMk cId="343505805" sldId="370"/>
            <ac:spMk id="4" creationId="{4A2B9AAF-62BD-50AA-FA4C-1DA03A1E4724}"/>
          </ac:spMkLst>
        </pc:spChg>
        <pc:spChg chg="mod">
          <ac:chgData name="Kelsey Almanzar" userId="b359caa29354e61a" providerId="Windows Live" clId="Web-{B988D397-5FFF-7808-CB7D-0F846EE58B70}" dt="2025-04-07T23:05:42.363" v="672" actId="20577"/>
          <ac:spMkLst>
            <pc:docMk/>
            <pc:sldMk cId="343505805" sldId="370"/>
            <ac:spMk id="30" creationId="{47BB4F54-D3E5-FE02-C943-A61FF3B57A9F}"/>
          </ac:spMkLst>
        </pc:spChg>
        <pc:graphicFrameChg chg="del">
          <ac:chgData name="Kelsey Almanzar" userId="b359caa29354e61a" providerId="Windows Live" clId="Web-{B988D397-5FFF-7808-CB7D-0F846EE58B70}" dt="2025-04-07T22:51:07.851" v="590"/>
          <ac:graphicFrameMkLst>
            <pc:docMk/>
            <pc:sldMk cId="343505805" sldId="370"/>
            <ac:graphicFrameMk id="6" creationId="{EBEDFF4E-655F-26A7-FF83-4006045710D9}"/>
          </ac:graphicFrameMkLst>
        </pc:graphicFrameChg>
        <pc:picChg chg="add del mod">
          <ac:chgData name="Kelsey Almanzar" userId="b359caa29354e61a" providerId="Windows Live" clId="Web-{B988D397-5FFF-7808-CB7D-0F846EE58B70}" dt="2025-04-07T22:52:53.464" v="597"/>
          <ac:picMkLst>
            <pc:docMk/>
            <pc:sldMk cId="343505805" sldId="370"/>
            <ac:picMk id="2" creationId="{13696D7C-3DEC-A511-82E1-5EB8D7EE9270}"/>
          </ac:picMkLst>
        </pc:picChg>
        <pc:picChg chg="add mod">
          <ac:chgData name="Kelsey Almanzar" userId="b359caa29354e61a" providerId="Windows Live" clId="Web-{B988D397-5FFF-7808-CB7D-0F846EE58B70}" dt="2025-04-07T22:54:10.748" v="600" actId="1076"/>
          <ac:picMkLst>
            <pc:docMk/>
            <pc:sldMk cId="343505805" sldId="370"/>
            <ac:picMk id="5" creationId="{31BB38BE-D261-849B-E48F-4C9D74B1AEA5}"/>
          </ac:picMkLst>
        </pc:picChg>
      </pc:sldChg>
      <pc:sldChg chg="modSp del mod modClrScheme chgLayout">
        <pc:chgData name="Kelsey Almanzar" userId="b359caa29354e61a" providerId="Windows Live" clId="Web-{B988D397-5FFF-7808-CB7D-0F846EE58B70}" dt="2025-04-07T21:00:09.477" v="157"/>
        <pc:sldMkLst>
          <pc:docMk/>
          <pc:sldMk cId="4027966762" sldId="370"/>
        </pc:sldMkLst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4027966762" sldId="370"/>
            <ac:spMk id="2" creationId="{C8DD01D9-F9C7-E915-1F36-DA213ADDE031}"/>
          </ac:spMkLst>
        </pc:spChg>
        <pc:spChg chg="mod ord">
          <ac:chgData name="Kelsey Almanzar" userId="b359caa29354e61a" providerId="Windows Live" clId="Web-{B988D397-5FFF-7808-CB7D-0F846EE58B70}" dt="2025-04-07T20:36:11.260" v="52"/>
          <ac:spMkLst>
            <pc:docMk/>
            <pc:sldMk cId="4027966762" sldId="370"/>
            <ac:spMk id="3" creationId="{1226ABDF-735A-CC28-2800-950147010BB0}"/>
          </ac:spMkLst>
        </pc:sp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4027966762" sldId="370"/>
            <ac:picMk id="22" creationId="{95E77616-8265-FD0E-D5CE-E8699923AA52}"/>
          </ac:picMkLst>
        </pc:picChg>
        <pc:picChg chg="mod ord">
          <ac:chgData name="Kelsey Almanzar" userId="b359caa29354e61a" providerId="Windows Live" clId="Web-{B988D397-5FFF-7808-CB7D-0F846EE58B70}" dt="2025-04-07T20:36:11.260" v="52"/>
          <ac:picMkLst>
            <pc:docMk/>
            <pc:sldMk cId="4027966762" sldId="370"/>
            <ac:picMk id="23" creationId="{9C933B3D-2DD0-8A0F-0AAC-8964BED759CD}"/>
          </ac:picMkLst>
        </pc:picChg>
      </pc:sldChg>
      <pc:sldChg chg="addSp delSp modSp add replId">
        <pc:chgData name="Kelsey Almanzar" userId="b359caa29354e61a" providerId="Windows Live" clId="Web-{B988D397-5FFF-7808-CB7D-0F846EE58B70}" dt="2025-04-07T23:53:00.764" v="1012" actId="14100"/>
        <pc:sldMkLst>
          <pc:docMk/>
          <pc:sldMk cId="518266831" sldId="371"/>
        </pc:sldMkLst>
        <pc:spChg chg="mod">
          <ac:chgData name="Kelsey Almanzar" userId="b359caa29354e61a" providerId="Windows Live" clId="Web-{B988D397-5FFF-7808-CB7D-0F846EE58B70}" dt="2025-04-07T23:53:00.764" v="1012" actId="14100"/>
          <ac:spMkLst>
            <pc:docMk/>
            <pc:sldMk cId="518266831" sldId="371"/>
            <ac:spMk id="3" creationId="{F16FD7C4-86D6-12BA-060C-84384A98C9D5}"/>
          </ac:spMkLst>
        </pc:spChg>
        <pc:spChg chg="del">
          <ac:chgData name="Kelsey Almanzar" userId="b359caa29354e61a" providerId="Windows Live" clId="Web-{B988D397-5FFF-7808-CB7D-0F846EE58B70}" dt="2025-04-07T23:06:15.395" v="676"/>
          <ac:spMkLst>
            <pc:docMk/>
            <pc:sldMk cId="518266831" sldId="371"/>
            <ac:spMk id="4" creationId="{6D263E40-6158-6DAE-D072-9DFC2D68F17B}"/>
          </ac:spMkLst>
        </pc:spChg>
        <pc:spChg chg="mod">
          <ac:chgData name="Kelsey Almanzar" userId="b359caa29354e61a" providerId="Windows Live" clId="Web-{B988D397-5FFF-7808-CB7D-0F846EE58B70}" dt="2025-04-07T23:05:48.566" v="674" actId="20577"/>
          <ac:spMkLst>
            <pc:docMk/>
            <pc:sldMk cId="518266831" sldId="371"/>
            <ac:spMk id="30" creationId="{4E5007C5-21FC-EE76-451B-BD046E2B014C}"/>
          </ac:spMkLst>
        </pc:spChg>
        <pc:picChg chg="add del mod">
          <ac:chgData name="Kelsey Almanzar" userId="b359caa29354e61a" providerId="Windows Live" clId="Web-{B988D397-5FFF-7808-CB7D-0F846EE58B70}" dt="2025-04-07T23:08:47.181" v="684"/>
          <ac:picMkLst>
            <pc:docMk/>
            <pc:sldMk cId="518266831" sldId="371"/>
            <ac:picMk id="2" creationId="{5992600A-5460-7671-B61B-CDD3D4CD09C0}"/>
          </ac:picMkLst>
        </pc:picChg>
        <pc:picChg chg="del">
          <ac:chgData name="Kelsey Almanzar" userId="b359caa29354e61a" providerId="Windows Live" clId="Web-{B988D397-5FFF-7808-CB7D-0F846EE58B70}" dt="2025-04-07T23:05:51.988" v="675"/>
          <ac:picMkLst>
            <pc:docMk/>
            <pc:sldMk cId="518266831" sldId="371"/>
            <ac:picMk id="5" creationId="{E2ED7372-F69B-88D2-D426-2A413369F6C2}"/>
          </ac:picMkLst>
        </pc:picChg>
        <pc:picChg chg="add mod">
          <ac:chgData name="Kelsey Almanzar" userId="b359caa29354e61a" providerId="Windows Live" clId="Web-{B988D397-5FFF-7808-CB7D-0F846EE58B70}" dt="2025-04-07T23:09:15.120" v="687" actId="1076"/>
          <ac:picMkLst>
            <pc:docMk/>
            <pc:sldMk cId="518266831" sldId="371"/>
            <ac:picMk id="6" creationId="{4D9456BA-211A-2AA0-B304-76050A6F343D}"/>
          </ac:picMkLst>
        </pc:picChg>
      </pc:sldChg>
      <pc:sldChg chg="addSp delSp modSp add mod replId setBg">
        <pc:chgData name="Kelsey Almanzar" userId="b359caa29354e61a" providerId="Windows Live" clId="Web-{B988D397-5FFF-7808-CB7D-0F846EE58B70}" dt="2025-04-07T23:19:55.936" v="771" actId="1076"/>
        <pc:sldMkLst>
          <pc:docMk/>
          <pc:sldMk cId="1820808006" sldId="372"/>
        </pc:sldMkLst>
        <pc:spChg chg="mod">
          <ac:chgData name="Kelsey Almanzar" userId="b359caa29354e61a" providerId="Windows Live" clId="Web-{B988D397-5FFF-7808-CB7D-0F846EE58B70}" dt="2025-04-07T23:16:50.306" v="760"/>
          <ac:spMkLst>
            <pc:docMk/>
            <pc:sldMk cId="1820808006" sldId="372"/>
            <ac:spMk id="3" creationId="{1ED1276C-1F70-D85C-7E9D-3A0E2864A8F4}"/>
          </ac:spMkLst>
        </pc:spChg>
        <pc:spChg chg="mod">
          <ac:chgData name="Kelsey Almanzar" userId="b359caa29354e61a" providerId="Windows Live" clId="Web-{B988D397-5FFF-7808-CB7D-0F846EE58B70}" dt="2025-04-07T23:16:50.306" v="760"/>
          <ac:spMkLst>
            <pc:docMk/>
            <pc:sldMk cId="1820808006" sldId="372"/>
            <ac:spMk id="30" creationId="{025C0AA4-F8C1-39C0-9F7B-A0FBBDE1E9A7}"/>
          </ac:spMkLst>
        </pc:spChg>
        <pc:spChg chg="add">
          <ac:chgData name="Kelsey Almanzar" userId="b359caa29354e61a" providerId="Windows Live" clId="Web-{B988D397-5FFF-7808-CB7D-0F846EE58B70}" dt="2025-04-07T23:16:50.306" v="760"/>
          <ac:spMkLst>
            <pc:docMk/>
            <pc:sldMk cId="1820808006" sldId="372"/>
            <ac:spMk id="35" creationId="{DB8424AB-D56B-4256-866A-5B54DE93C20F}"/>
          </ac:spMkLst>
        </pc:spChg>
        <pc:spChg chg="add">
          <ac:chgData name="Kelsey Almanzar" userId="b359caa29354e61a" providerId="Windows Live" clId="Web-{B988D397-5FFF-7808-CB7D-0F846EE58B70}" dt="2025-04-07T23:16:50.306" v="760"/>
          <ac:spMkLst>
            <pc:docMk/>
            <pc:sldMk cId="1820808006" sldId="372"/>
            <ac:spMk id="37" creationId="{FC999C28-AD33-4EB7-A5F1-C06D10A5FDF7}"/>
          </ac:spMkLst>
        </pc:spChg>
        <pc:spChg chg="add">
          <ac:chgData name="Kelsey Almanzar" userId="b359caa29354e61a" providerId="Windows Live" clId="Web-{B988D397-5FFF-7808-CB7D-0F846EE58B70}" dt="2025-04-07T23:16:50.306" v="760"/>
          <ac:spMkLst>
            <pc:docMk/>
            <pc:sldMk cId="1820808006" sldId="372"/>
            <ac:spMk id="39" creationId="{9203ABB4-7E2A-4248-9FE7-4A419AFF2F17}"/>
          </ac:spMkLst>
        </pc:spChg>
        <pc:spChg chg="add">
          <ac:chgData name="Kelsey Almanzar" userId="b359caa29354e61a" providerId="Windows Live" clId="Web-{B988D397-5FFF-7808-CB7D-0F846EE58B70}" dt="2025-04-07T23:16:50.306" v="760"/>
          <ac:spMkLst>
            <pc:docMk/>
            <pc:sldMk cId="1820808006" sldId="372"/>
            <ac:spMk id="41" creationId="{3126970D-C1E5-4FB1-84E8-86CB9CED1C80}"/>
          </ac:spMkLst>
        </pc:spChg>
        <pc:picChg chg="add del mod">
          <ac:chgData name="Kelsey Almanzar" userId="b359caa29354e61a" providerId="Windows Live" clId="Web-{B988D397-5FFF-7808-CB7D-0F846EE58B70}" dt="2025-04-07T23:19:05.185" v="761"/>
          <ac:picMkLst>
            <pc:docMk/>
            <pc:sldMk cId="1820808006" sldId="372"/>
            <ac:picMk id="2" creationId="{C916D632-0C8C-814F-AD7F-895577D47F69}"/>
          </ac:picMkLst>
        </pc:picChg>
        <pc:picChg chg="add del mod">
          <ac:chgData name="Kelsey Almanzar" userId="b359caa29354e61a" providerId="Windows Live" clId="Web-{B988D397-5FFF-7808-CB7D-0F846EE58B70}" dt="2025-04-07T23:19:33.029" v="766"/>
          <ac:picMkLst>
            <pc:docMk/>
            <pc:sldMk cId="1820808006" sldId="372"/>
            <ac:picMk id="4" creationId="{65B5B33E-0C70-0A6D-CE00-E995EAE5DCAD}"/>
          </ac:picMkLst>
        </pc:picChg>
        <pc:picChg chg="add mod">
          <ac:chgData name="Kelsey Almanzar" userId="b359caa29354e61a" providerId="Windows Live" clId="Web-{B988D397-5FFF-7808-CB7D-0F846EE58B70}" dt="2025-04-07T23:19:55.936" v="771" actId="1076"/>
          <ac:picMkLst>
            <pc:docMk/>
            <pc:sldMk cId="1820808006" sldId="372"/>
            <ac:picMk id="5" creationId="{6EEE5DAF-F3DA-3CEA-C51E-B0A41B2FBAE5}"/>
          </ac:picMkLst>
        </pc:picChg>
        <pc:picChg chg="del">
          <ac:chgData name="Kelsey Almanzar" userId="b359caa29354e61a" providerId="Windows Live" clId="Web-{B988D397-5FFF-7808-CB7D-0F846EE58B70}" dt="2025-04-07T23:11:33.077" v="714"/>
          <ac:picMkLst>
            <pc:docMk/>
            <pc:sldMk cId="1820808006" sldId="372"/>
            <ac:picMk id="6" creationId="{3B1010AF-BDB0-CDF4-CA9C-0D4EE0E6D9CB}"/>
          </ac:picMkLst>
        </pc:picChg>
      </pc:sldChg>
      <pc:sldChg chg="addSp delSp modSp add mod ord replId setBg">
        <pc:chgData name="Kelsey Almanzar" userId="b359caa29354e61a" providerId="Windows Live" clId="Web-{B988D397-5FFF-7808-CB7D-0F846EE58B70}" dt="2025-04-07T23:22:07.784" v="846"/>
        <pc:sldMkLst>
          <pc:docMk/>
          <pc:sldMk cId="1469722909" sldId="373"/>
        </pc:sldMkLst>
        <pc:spChg chg="mod">
          <ac:chgData name="Kelsey Almanzar" userId="b359caa29354e61a" providerId="Windows Live" clId="Web-{B988D397-5FFF-7808-CB7D-0F846EE58B70}" dt="2025-04-07T23:22:07.784" v="846"/>
          <ac:spMkLst>
            <pc:docMk/>
            <pc:sldMk cId="1469722909" sldId="373"/>
            <ac:spMk id="3" creationId="{D1FA21DE-D99D-1B15-DA0C-F878D437232D}"/>
          </ac:spMkLst>
        </pc:spChg>
        <pc:spChg chg="mod">
          <ac:chgData name="Kelsey Almanzar" userId="b359caa29354e61a" providerId="Windows Live" clId="Web-{B988D397-5FFF-7808-CB7D-0F846EE58B70}" dt="2025-04-07T23:22:07.784" v="846"/>
          <ac:spMkLst>
            <pc:docMk/>
            <pc:sldMk cId="1469722909" sldId="373"/>
            <ac:spMk id="30" creationId="{3FE848F9-6C60-3403-1690-065640D37AF3}"/>
          </ac:spMkLst>
        </pc:spChg>
        <pc:spChg chg="add">
          <ac:chgData name="Kelsey Almanzar" userId="b359caa29354e61a" providerId="Windows Live" clId="Web-{B988D397-5FFF-7808-CB7D-0F846EE58B70}" dt="2025-04-07T23:22:07.784" v="846"/>
          <ac:spMkLst>
            <pc:docMk/>
            <pc:sldMk cId="1469722909" sldId="373"/>
            <ac:spMk id="35" creationId="{DB8424AB-D56B-4256-866A-5B54DE93C20F}"/>
          </ac:spMkLst>
        </pc:spChg>
        <pc:spChg chg="add">
          <ac:chgData name="Kelsey Almanzar" userId="b359caa29354e61a" providerId="Windows Live" clId="Web-{B988D397-5FFF-7808-CB7D-0F846EE58B70}" dt="2025-04-07T23:22:07.784" v="846"/>
          <ac:spMkLst>
            <pc:docMk/>
            <pc:sldMk cId="1469722909" sldId="373"/>
            <ac:spMk id="37" creationId="{FC999C28-AD33-4EB7-A5F1-C06D10A5FDF7}"/>
          </ac:spMkLst>
        </pc:spChg>
        <pc:spChg chg="add">
          <ac:chgData name="Kelsey Almanzar" userId="b359caa29354e61a" providerId="Windows Live" clId="Web-{B988D397-5FFF-7808-CB7D-0F846EE58B70}" dt="2025-04-07T23:22:07.784" v="846"/>
          <ac:spMkLst>
            <pc:docMk/>
            <pc:sldMk cId="1469722909" sldId="373"/>
            <ac:spMk id="39" creationId="{69373E92-F88D-4F0A-94DF-393703E7DA7D}"/>
          </ac:spMkLst>
        </pc:spChg>
        <pc:spChg chg="add">
          <ac:chgData name="Kelsey Almanzar" userId="b359caa29354e61a" providerId="Windows Live" clId="Web-{B988D397-5FFF-7808-CB7D-0F846EE58B70}" dt="2025-04-07T23:22:07.784" v="846"/>
          <ac:spMkLst>
            <pc:docMk/>
            <pc:sldMk cId="1469722909" sldId="373"/>
            <ac:spMk id="41" creationId="{C629DAA0-ADF6-43FD-9C99-483F722B56E2}"/>
          </ac:spMkLst>
        </pc:spChg>
        <pc:spChg chg="add">
          <ac:chgData name="Kelsey Almanzar" userId="b359caa29354e61a" providerId="Windows Live" clId="Web-{B988D397-5FFF-7808-CB7D-0F846EE58B70}" dt="2025-04-07T23:22:07.784" v="846"/>
          <ac:spMkLst>
            <pc:docMk/>
            <pc:sldMk cId="1469722909" sldId="373"/>
            <ac:spMk id="43" creationId="{F32C8C35-BF44-4CFB-9754-81F07C9812A7}"/>
          </ac:spMkLst>
        </pc:spChg>
        <pc:graphicFrameChg chg="add mod modGraphic">
          <ac:chgData name="Kelsey Almanzar" userId="b359caa29354e61a" providerId="Windows Live" clId="Web-{B988D397-5FFF-7808-CB7D-0F846EE58B70}" dt="2025-04-07T23:22:07.784" v="846"/>
          <ac:graphicFrameMkLst>
            <pc:docMk/>
            <pc:sldMk cId="1469722909" sldId="373"/>
            <ac:graphicFrameMk id="4" creationId="{3CEC1775-00CC-4491-85E3-3AAE6EA95ACB}"/>
          </ac:graphicFrameMkLst>
        </pc:graphicFrameChg>
        <pc:picChg chg="del">
          <ac:chgData name="Kelsey Almanzar" userId="b359caa29354e61a" providerId="Windows Live" clId="Web-{B988D397-5FFF-7808-CB7D-0F846EE58B70}" dt="2025-04-07T23:20:46.485" v="774"/>
          <ac:picMkLst>
            <pc:docMk/>
            <pc:sldMk cId="1469722909" sldId="373"/>
            <ac:picMk id="6" creationId="{9C46D47E-4EEC-1CA2-8596-EFB64AA3B31B}"/>
          </ac:picMkLst>
        </pc:picChg>
      </pc:sldChg>
      <pc:sldMasterChg chg="del delSldLayout">
        <pc:chgData name="Kelsey Almanzar" userId="b359caa29354e61a" providerId="Windows Live" clId="Web-{B988D397-5FFF-7808-CB7D-0F846EE58B70}" dt="2025-04-07T20:35:41.963" v="50"/>
        <pc:sldMasterMkLst>
          <pc:docMk/>
          <pc:sldMasterMk cId="0" sldId="2147483648"/>
        </pc:sldMasterMkLst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950394255" sldId="2147483654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574154955" sldId="2147483666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990095513" sldId="2147483667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855130391" sldId="2147483668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831164445" sldId="2147483669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2687818" sldId="2147483670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130308985" sldId="2147483671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868533269" sldId="2147483672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381138445" sldId="2147483673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708873277" sldId="2147483674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559806703" sldId="2147483675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4090714525" sldId="2147483676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536329847" sldId="2147483677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485780543" sldId="2147483678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135896725" sldId="2147483679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235912043" sldId="2147483680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073457981" sldId="2147483681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888923672" sldId="2147483682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73652132" sldId="2147483683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437452884" sldId="2147483684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585337217" sldId="2147483685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425435419" sldId="2147483686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263432931" sldId="2147483687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337017669" sldId="2147483688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568872276" sldId="2147483689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83426319" sldId="2147483690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651139584" sldId="2147483691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607168664" sldId="2147483692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47749892" sldId="2147483693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692551753" sldId="2147483694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101898706" sldId="2147483695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4015926835" sldId="2147483696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4227561221" sldId="2147483697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843856251" sldId="2147483698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09042080" sldId="2147483699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381438868" sldId="2147483700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741281738" sldId="2147483701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851306480" sldId="2147483702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943100321" sldId="2147483703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462772172" sldId="2147483704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723892555" sldId="2147483705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807576641" sldId="2147483706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612444235" sldId="2147483707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394395392" sldId="2147483708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197173637" sldId="2147483709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591756201" sldId="2147483710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26355585" sldId="2147483711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034481510" sldId="2147483712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933035274" sldId="2147483767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919791232" sldId="2147483768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672492712" sldId="2147483769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571953892" sldId="2147483770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4102972742" sldId="2147483771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372204916" sldId="2147483772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531118087" sldId="2147483773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479431748" sldId="2147483774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231971939" sldId="2147483775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698163897" sldId="2147483776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483087151" sldId="2147483777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3082235985" sldId="2147483778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617058717" sldId="2147483779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527442064" sldId="2147483780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1771080489" sldId="2147483781"/>
          </pc:sldLayoutMkLst>
        </pc:sldLayoutChg>
        <pc:sldLayoutChg chg="del">
          <pc:chgData name="Kelsey Almanzar" userId="b359caa29354e61a" providerId="Windows Live" clId="Web-{B988D397-5FFF-7808-CB7D-0F846EE58B70}" dt="2025-04-07T20:35:41.963" v="50"/>
          <pc:sldLayoutMkLst>
            <pc:docMk/>
            <pc:sldMasterMk cId="0" sldId="2147483648"/>
            <pc:sldLayoutMk cId="2022861810" sldId="2147483782"/>
          </pc:sldLayoutMkLst>
        </pc:sldLayoutChg>
      </pc:sldMasterChg>
      <pc:sldMasterChg chg="add del addSldLayout delSldLayout modSldLayout">
        <pc:chgData name="Kelsey Almanzar" userId="b359caa29354e61a" providerId="Windows Live" clId="Web-{B988D397-5FFF-7808-CB7D-0F846EE58B70}" dt="2025-04-07T20:36:11.260" v="52"/>
        <pc:sldMasterMkLst>
          <pc:docMk/>
          <pc:sldMasterMk cId="1727774586" sldId="2147483783"/>
        </pc:sldMasterMkLst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327888551" sldId="2147483784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25089360" sldId="2147483785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999400301" sldId="2147483786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652087799" sldId="2147483787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385649922" sldId="2147483788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377213451" sldId="2147483789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1792485366" sldId="2147483790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750561504" sldId="2147483791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1151311011" sldId="2147483792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969833465" sldId="2147483793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82305691" sldId="2147483794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115793777" sldId="2147483795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846793630" sldId="2147483796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69381551" sldId="2147483797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362396092" sldId="2147483798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083533116" sldId="2147483799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1087702950" sldId="2147483800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4017613282" sldId="2147483801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618249003" sldId="2147483802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261106963" sldId="2147483803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802203235" sldId="2147483804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411151919" sldId="2147483805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274043753" sldId="2147483806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641866456" sldId="2147483807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1335545194" sldId="2147483808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167512542" sldId="2147483809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2243369254" sldId="2147483810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017977865" sldId="2147483811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113712621" sldId="2147483812"/>
          </pc:sldLayoutMkLst>
        </pc:sldLayoutChg>
        <pc:sldLayoutChg chg="add del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1727774586" sldId="2147483783"/>
            <pc:sldLayoutMk cId="3479086407" sldId="2147483813"/>
          </pc:sldLayoutMkLst>
        </pc:sldLayoutChg>
      </pc:sldMasterChg>
      <pc:sldMasterChg chg="add addSldLayout modSldLayout">
        <pc:chgData name="Kelsey Almanzar" userId="b359caa29354e61a" providerId="Windows Live" clId="Web-{B988D397-5FFF-7808-CB7D-0F846EE58B70}" dt="2025-04-07T20:36:11.260" v="52"/>
        <pc:sldMasterMkLst>
          <pc:docMk/>
          <pc:sldMasterMk cId="3585524421" sldId="2147483814"/>
        </pc:sldMasterMkLst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2011641597" sldId="2147483815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496769925" sldId="2147483816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966432068" sldId="2147483817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983456997" sldId="2147483818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814859699" sldId="2147483819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568972409" sldId="2147483820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413423071" sldId="2147483821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2769719524" sldId="2147483822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876201183" sldId="2147483823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662120756" sldId="2147483824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681807423" sldId="2147483825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2043787573" sldId="2147483826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963001200" sldId="2147483827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2126388842" sldId="2147483828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202905101" sldId="2147483829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917098001" sldId="2147483830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39061353" sldId="2147483831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468438214" sldId="2147483832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587889513" sldId="2147483833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3547184" sldId="2147483834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778151470" sldId="2147483835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2218123497" sldId="2147483836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711719575" sldId="2147483837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1603250387" sldId="2147483838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603003910" sldId="2147483839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2114797229" sldId="2147483840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144125170" sldId="2147483841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82246756" sldId="2147483842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3505966098" sldId="2147483843"/>
          </pc:sldLayoutMkLst>
        </pc:sldLayoutChg>
        <pc:sldLayoutChg chg="add mod replId">
          <pc:chgData name="Kelsey Almanzar" userId="b359caa29354e61a" providerId="Windows Live" clId="Web-{B988D397-5FFF-7808-CB7D-0F846EE58B70}" dt="2025-04-07T20:36:11.260" v="52"/>
          <pc:sldLayoutMkLst>
            <pc:docMk/>
            <pc:sldMasterMk cId="3585524421" sldId="2147483814"/>
            <pc:sldLayoutMk cId="2815499651" sldId="214748384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4/7/2025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641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76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432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45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85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97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423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71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20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12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807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3787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3001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6388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2905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7098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061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438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889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471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151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81234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17195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250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3003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47972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31441251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2467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59660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549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52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6" r:id="rId22"/>
    <p:sldLayoutId id="2147483837" r:id="rId23"/>
    <p:sldLayoutId id="2147483838" r:id="rId24"/>
    <p:sldLayoutId id="2147483839" r:id="rId25"/>
    <p:sldLayoutId id="2147483840" r:id="rId26"/>
    <p:sldLayoutId id="2147483841" r:id="rId27"/>
    <p:sldLayoutId id="2147483842" r:id="rId28"/>
    <p:sldLayoutId id="2147483843" r:id="rId29"/>
    <p:sldLayoutId id="2147483844" r:id="rId3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Bike-Share To Success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466937"/>
          </a:xfrm>
        </p:spPr>
        <p:txBody>
          <a:bodyPr/>
          <a:lstStyle/>
          <a:p>
            <a:r>
              <a:rPr lang="en-US" altLang="zh-CN" dirty="0">
                <a:latin typeface="Arial"/>
                <a:ea typeface="幼圆"/>
                <a:cs typeface="Arial"/>
              </a:rPr>
              <a:t>2019 review of </a:t>
            </a:r>
            <a:r>
              <a:rPr lang="en-US" altLang="zh-CN" err="1">
                <a:latin typeface="Arial"/>
                <a:ea typeface="幼圆"/>
                <a:cs typeface="Arial"/>
              </a:rPr>
              <a:t>Cyclistic</a:t>
            </a:r>
            <a:r>
              <a:rPr lang="en-US" altLang="zh-CN" dirty="0">
                <a:latin typeface="Arial"/>
                <a:ea typeface="幼圆"/>
                <a:cs typeface="Arial"/>
              </a:rPr>
              <a:t> bike-share program</a:t>
            </a:r>
          </a:p>
        </p:txBody>
      </p:sp>
      <p:pic>
        <p:nvPicPr>
          <p:cNvPr id="8" name="Picture Placeholder 7" descr="One tall building modern style black and white.">
            <a:extLst>
              <a:ext uri="{FF2B5EF4-FFF2-40B4-BE49-F238E27FC236}">
                <a16:creationId xmlns:a16="http://schemas.microsoft.com/office/drawing/2014/main" id="{0F9DA6A8-7EF0-B97E-4260-4C3546869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" b="27"/>
          <a:stretch/>
        </p:blipFill>
        <p:spPr>
          <a:xfrm>
            <a:off x="0" y="2"/>
            <a:ext cx="4671295" cy="68579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E41FD-3593-DFB7-7AEF-19575C7907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59658" y="5644833"/>
            <a:ext cx="2116137" cy="737494"/>
          </a:xfrm>
        </p:spPr>
        <p:txBody>
          <a:bodyPr/>
          <a:lstStyle/>
          <a:p>
            <a:r>
              <a:rPr lang="en-US" altLang="zh-CN" dirty="0">
                <a:latin typeface="Arial"/>
                <a:ea typeface="幼圆"/>
                <a:cs typeface="Arial"/>
              </a:rPr>
              <a:t>Kelsey Almanzar</a:t>
            </a:r>
          </a:p>
          <a:p>
            <a:r>
              <a:rPr lang="en-US" altLang="zh-CN" dirty="0">
                <a:latin typeface="Arial"/>
                <a:ea typeface="幼圆"/>
                <a:cs typeface="Arial"/>
              </a:rPr>
              <a:t>4/7/2025</a:t>
            </a:r>
          </a:p>
        </p:txBody>
      </p:sp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5C3F-9600-BA1B-3AE6-404D35A7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Agenda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A60CB-001E-8496-62D0-5D43CC95EA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Company Current Standing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41B84-89BD-2B29-9220-AC06461FDE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zh-CN"/>
              <a:t>Mission and Vision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44F4D-50C9-C0AA-0CD2-27EEDB73484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Average Rider Time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AE4162-7818-C139-F244-D080B1E696C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Popular Days and Time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65370-A3A1-A440-2E55-5BD6DA09C5A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High Volume Months</a:t>
            </a:r>
            <a:endParaRPr lang="en-US" altLang="zh-C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59B1F0-1D49-2300-A52C-DA663F2DBA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Long Term Renters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7758194-D588-91A2-755F-D83C0A3ADED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Marketing Solutions</a:t>
            </a:r>
          </a:p>
        </p:txBody>
      </p:sp>
    </p:spTree>
    <p:extLst>
      <p:ext uri="{BB962C8B-B14F-4D97-AF65-F5344CB8AC3E}">
        <p14:creationId xmlns:p14="http://schemas.microsoft.com/office/powerpoint/2010/main" val="257343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F1BCE5-CF45-9BCE-9905-8E376F7B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17" y="853085"/>
            <a:ext cx="6241267" cy="1928214"/>
          </a:xfrm>
        </p:spPr>
        <p:txBody>
          <a:bodyPr/>
          <a:lstStyle/>
          <a:p>
            <a:r>
              <a:rPr lang="en-US" dirty="0"/>
              <a:t>Current Standing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CF5C-547D-33A5-D727-42704181C6C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61917" y="2889317"/>
            <a:ext cx="6241267" cy="3157929"/>
          </a:xfrm>
        </p:spPr>
        <p:txBody>
          <a:bodyPr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ea typeface="+mn-lt"/>
                <a:cs typeface="+mn-lt"/>
              </a:rPr>
              <a:t>A bike-share program that features more than 5,800 bicycles and 600 docking stations. </a:t>
            </a:r>
            <a:r>
              <a:rPr lang="en-US" b="1" dirty="0" err="1">
                <a:ea typeface="+mn-lt"/>
                <a:cs typeface="+mn-lt"/>
              </a:rPr>
              <a:t>Cyclistic</a:t>
            </a:r>
            <a:r>
              <a:rPr lang="en-US" b="1" dirty="0">
                <a:ea typeface="+mn-lt"/>
                <a:cs typeface="+mn-lt"/>
              </a:rPr>
              <a:t> sets itself apart by also offering reclining bikes, hand tricycles, and cargo bikes, making bike-share more inclusive to people with disabilities and riders who can’t use a standard two-wheeled bike. The majority of riders opt for traditional bikes; about 8% of riders use the assistive options. </a:t>
            </a:r>
            <a:r>
              <a:rPr lang="en-US" b="1" dirty="0" err="1">
                <a:ea typeface="+mn-lt"/>
                <a:cs typeface="+mn-lt"/>
              </a:rPr>
              <a:t>Cyclistic</a:t>
            </a:r>
            <a:r>
              <a:rPr lang="en-US" b="1" dirty="0">
                <a:ea typeface="+mn-lt"/>
                <a:cs typeface="+mn-lt"/>
              </a:rPr>
              <a:t> users are more likely to ride for leisure, but about 30% use the bikes to commute to work each day</a:t>
            </a:r>
            <a:endParaRPr lang="en-US" dirty="0"/>
          </a:p>
        </p:txBody>
      </p:sp>
      <p:pic>
        <p:nvPicPr>
          <p:cNvPr id="16" name="Picture Placeholder 15" descr="Low angle shot of three modern glass skyscrapers.">
            <a:extLst>
              <a:ext uri="{FF2B5EF4-FFF2-40B4-BE49-F238E27FC236}">
                <a16:creationId xmlns:a16="http://schemas.microsoft.com/office/drawing/2014/main" id="{B147720E-1C98-6E44-850F-81313654BE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" r="48"/>
          <a:stretch/>
        </p:blipFill>
        <p:spPr/>
      </p:pic>
    </p:spTree>
    <p:extLst>
      <p:ext uri="{BB962C8B-B14F-4D97-AF65-F5344CB8AC3E}">
        <p14:creationId xmlns:p14="http://schemas.microsoft.com/office/powerpoint/2010/main" val="291654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High-five in a workspace.">
            <a:extLst>
              <a:ext uri="{FF2B5EF4-FFF2-40B4-BE49-F238E27FC236}">
                <a16:creationId xmlns:a16="http://schemas.microsoft.com/office/drawing/2014/main" id="{7A1F2087-E6D4-5E3B-784F-100A98C293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pic>
        <p:nvPicPr>
          <p:cNvPr id="9" name="Picture Placeholder 8" descr="Woman with crossed arms.">
            <a:extLst>
              <a:ext uri="{FF2B5EF4-FFF2-40B4-BE49-F238E27FC236}">
                <a16:creationId xmlns:a16="http://schemas.microsoft.com/office/drawing/2014/main" id="{5A28BD0B-0D05-3D24-BC22-A913C4E115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2"/>
          <a:stretch/>
        </p:blipFill>
        <p:spPr>
          <a:blipFill dpi="0"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34406E77-AE7A-7339-0AF2-CB2D5329705B}"/>
              </a:ext>
            </a:extLst>
          </p:cNvPr>
          <p:cNvSpPr txBox="1">
            <a:spLocks/>
          </p:cNvSpPr>
          <p:nvPr/>
        </p:nvSpPr>
        <p:spPr>
          <a:xfrm>
            <a:off x="261917" y="853085"/>
            <a:ext cx="6241267" cy="19282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Mission &amp; Vision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D8B350-DA45-1D73-7D23-4A971DFDC5E1}"/>
              </a:ext>
            </a:extLst>
          </p:cNvPr>
          <p:cNvSpPr txBox="1"/>
          <p:nvPr/>
        </p:nvSpPr>
        <p:spPr>
          <a:xfrm>
            <a:off x="359833" y="2815167"/>
            <a:ext cx="6201833" cy="23624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Create marketing strategies to convert casual riders into annual members in 2020.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/>
              <a:t>How do members and casual riders use the bikes differently?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/>
              <a:t>Why would a casual rider buy a </a:t>
            </a:r>
            <a:r>
              <a:rPr lang="en-US" sz="1600" err="1"/>
              <a:t>Cyclistic</a:t>
            </a:r>
            <a:r>
              <a:rPr lang="en-US" sz="1600" dirty="0"/>
              <a:t> membership?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dirty="0"/>
              <a:t>How we use digital media to influence casual riders to purchase memberships?</a:t>
            </a:r>
          </a:p>
        </p:txBody>
      </p:sp>
    </p:spTree>
    <p:extLst>
      <p:ext uri="{BB962C8B-B14F-4D97-AF65-F5344CB8AC3E}">
        <p14:creationId xmlns:p14="http://schemas.microsoft.com/office/powerpoint/2010/main" val="3186474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">
            <a:extLst>
              <a:ext uri="{FF2B5EF4-FFF2-40B4-BE49-F238E27FC236}">
                <a16:creationId xmlns:a16="http://schemas.microsoft.com/office/drawing/2014/main" id="{50495B19-FF0A-9BEA-2418-684FD584A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67" y="747251"/>
            <a:ext cx="3447458" cy="891625"/>
          </a:xfrm>
        </p:spPr>
        <p:txBody>
          <a:bodyPr/>
          <a:lstStyle/>
          <a:p>
            <a:r>
              <a:rPr lang="en-US" dirty="0"/>
              <a:t>Average Rider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CA169-B3C3-47B5-2875-B3D4A2C319E5}"/>
              </a:ext>
            </a:extLst>
          </p:cNvPr>
          <p:cNvSpPr txBox="1"/>
          <p:nvPr/>
        </p:nvSpPr>
        <p:spPr>
          <a:xfrm>
            <a:off x="249207" y="2349100"/>
            <a:ext cx="29221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dirty="0"/>
              <a:t>Casual riders ~59 minutes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C1320C-3EA2-0AA7-AFA4-2443A0B3CD8A}"/>
              </a:ext>
            </a:extLst>
          </p:cNvPr>
          <p:cNvSpPr txBox="1"/>
          <p:nvPr/>
        </p:nvSpPr>
        <p:spPr>
          <a:xfrm>
            <a:off x="249206" y="3262262"/>
            <a:ext cx="31953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dirty="0"/>
              <a:t>Member riders ~14minutes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544DD2-9447-674B-67EF-F3D33F102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6542"/>
              </p:ext>
            </p:extLst>
          </p:nvPr>
        </p:nvGraphicFramePr>
        <p:xfrm>
          <a:off x="4840817" y="1898227"/>
          <a:ext cx="5547942" cy="27199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49314">
                  <a:extLst>
                    <a:ext uri="{9D8B030D-6E8A-4147-A177-3AD203B41FA5}">
                      <a16:colId xmlns:a16="http://schemas.microsoft.com/office/drawing/2014/main" val="95310028"/>
                    </a:ext>
                  </a:extLst>
                </a:gridCol>
                <a:gridCol w="1849314">
                  <a:extLst>
                    <a:ext uri="{9D8B030D-6E8A-4147-A177-3AD203B41FA5}">
                      <a16:colId xmlns:a16="http://schemas.microsoft.com/office/drawing/2014/main" val="2285788047"/>
                    </a:ext>
                  </a:extLst>
                </a:gridCol>
                <a:gridCol w="1849314">
                  <a:extLst>
                    <a:ext uri="{9D8B030D-6E8A-4147-A177-3AD203B41FA5}">
                      <a16:colId xmlns:a16="http://schemas.microsoft.com/office/drawing/2014/main" val="192770156"/>
                    </a:ext>
                  </a:extLst>
                </a:gridCol>
              </a:tblGrid>
              <a:tr h="339989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Average Ride Length</a:t>
                      </a:r>
                    </a:p>
                  </a:txBody>
                  <a:tcPr marL="0" marR="0" marT="0" marB="0" anchor="ctr">
                    <a:lnL w="28575">
                      <a:solidFill>
                        <a:schemeClr val="tx1"/>
                      </a:solidFill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993529"/>
                  </a:ext>
                </a:extLst>
              </a:tr>
              <a:tr h="33998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Quarter</a:t>
                      </a:r>
                    </a:p>
                  </a:txBody>
                  <a:tcPr marL="0" marR="0" marT="0" marB="0"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Time (</a:t>
                      </a:r>
                      <a:r>
                        <a:rPr lang="en-US" dirty="0" err="1">
                          <a:effectLst/>
                        </a:rPr>
                        <a:t>hh:mm:ss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 w="28575">
                      <a:solidFill>
                        <a:schemeClr val="tx1"/>
                      </a:solidFill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904579"/>
                  </a:ext>
                </a:extLst>
              </a:tr>
              <a:tr h="3399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Customer</a:t>
                      </a:r>
                    </a:p>
                  </a:txBody>
                  <a:tcPr marL="0" marR="0" marT="0" marB="0"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Members</a:t>
                      </a:r>
                      <a:endParaRPr lang="en-US" dirty="0" err="1">
                        <a:effectLst/>
                      </a:endParaRPr>
                    </a:p>
                  </a:txBody>
                  <a:tcPr marL="0" marR="0" marT="0" marB="0" anchor="ctr">
                    <a:lnL w="28575">
                      <a:solidFill>
                        <a:schemeClr val="tx1"/>
                      </a:solidFill>
                    </a:lnL>
                    <a:lnR w="28575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28575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466941"/>
                  </a:ext>
                </a:extLst>
              </a:tr>
              <a:tr h="3399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1:02:00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13:54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28575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146222"/>
                  </a:ext>
                </a:extLst>
              </a:tr>
              <a:tr h="3399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48:51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14:00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409573"/>
                  </a:ext>
                </a:extLst>
              </a:tr>
              <a:tr h="3399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Q3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1:04:07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16:09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366718"/>
                  </a:ext>
                </a:extLst>
              </a:tr>
              <a:tr h="3399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Q4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1:01:05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12:30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3256392"/>
                  </a:ext>
                </a:extLst>
              </a:tr>
              <a:tr h="3399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dirty="0">
                          <a:effectLst/>
                        </a:rPr>
                        <a:t>Yearly Average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dirty="0">
                          <a:effectLst/>
                        </a:rPr>
                        <a:t>0:59:00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dirty="0">
                          <a:effectLst/>
                        </a:rPr>
                        <a:t>14:06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088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38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8FB2-FEFC-6097-4FFF-0E9AC069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">
            <a:extLst>
              <a:ext uri="{FF2B5EF4-FFF2-40B4-BE49-F238E27FC236}">
                <a16:creationId xmlns:a16="http://schemas.microsoft.com/office/drawing/2014/main" id="{47BB4F54-D3E5-FE02-C943-A61FF3B5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50" y="821334"/>
            <a:ext cx="3447458" cy="891625"/>
          </a:xfrm>
        </p:spPr>
        <p:txBody>
          <a:bodyPr/>
          <a:lstStyle/>
          <a:p>
            <a:r>
              <a:rPr lang="en-US" dirty="0"/>
              <a:t>Popular Days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A7C00-7300-525A-2789-70DEEF8D7ED9}"/>
              </a:ext>
            </a:extLst>
          </p:cNvPr>
          <p:cNvSpPr txBox="1"/>
          <p:nvPr/>
        </p:nvSpPr>
        <p:spPr>
          <a:xfrm>
            <a:off x="249207" y="2349100"/>
            <a:ext cx="29221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dirty="0"/>
              <a:t>42.8% of casual users ride on weekends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B9AAF-62BD-50AA-FA4C-1DA03A1E4724}"/>
              </a:ext>
            </a:extLst>
          </p:cNvPr>
          <p:cNvSpPr txBox="1"/>
          <p:nvPr/>
        </p:nvSpPr>
        <p:spPr>
          <a:xfrm>
            <a:off x="249206" y="3262262"/>
            <a:ext cx="31953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dirty="0"/>
              <a:t>82% of Members rent bikes on the weekdays</a:t>
            </a:r>
          </a:p>
        </p:txBody>
      </p:sp>
      <p:pic>
        <p:nvPicPr>
          <p:cNvPr id="5" name="Picture 4" descr="A graph of a rental percentage&#10;&#10;AI-generated content may be incorrect.">
            <a:extLst>
              <a:ext uri="{FF2B5EF4-FFF2-40B4-BE49-F238E27FC236}">
                <a16:creationId xmlns:a16="http://schemas.microsoft.com/office/drawing/2014/main" id="{31BB38BE-D261-849B-E48F-4C9D74B1A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005" y="1278467"/>
            <a:ext cx="717232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65C6-69C9-6DF6-298A-B7DA2CE2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">
            <a:extLst>
              <a:ext uri="{FF2B5EF4-FFF2-40B4-BE49-F238E27FC236}">
                <a16:creationId xmlns:a16="http://schemas.microsoft.com/office/drawing/2014/main" id="{4E5007C5-21FC-EE76-451B-BD046E2B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50" y="821334"/>
            <a:ext cx="3447458" cy="891625"/>
          </a:xfrm>
        </p:spPr>
        <p:txBody>
          <a:bodyPr/>
          <a:lstStyle/>
          <a:p>
            <a:r>
              <a:rPr lang="en-US" dirty="0"/>
              <a:t>Popular Times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FD7C4-86D6-12BA-060C-84384A98C9D5}"/>
              </a:ext>
            </a:extLst>
          </p:cNvPr>
          <p:cNvSpPr txBox="1"/>
          <p:nvPr/>
        </p:nvSpPr>
        <p:spPr>
          <a:xfrm>
            <a:off x="249207" y="3100517"/>
            <a:ext cx="31761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dirty="0"/>
              <a:t>&gt;30,000 renters/</a:t>
            </a:r>
            <a:r>
              <a:rPr lang="en-US" dirty="0" err="1"/>
              <a:t>hr</a:t>
            </a:r>
            <a:r>
              <a:rPr lang="en-US" dirty="0"/>
              <a:t> between 2:00 pm and 6:00pm </a:t>
            </a:r>
          </a:p>
        </p:txBody>
      </p:sp>
      <p:pic>
        <p:nvPicPr>
          <p:cNvPr id="6" name="Picture 5" descr="A graph of rentals by the hour&#10;&#10;AI-generated content may be incorrect.">
            <a:extLst>
              <a:ext uri="{FF2B5EF4-FFF2-40B4-BE49-F238E27FC236}">
                <a16:creationId xmlns:a16="http://schemas.microsoft.com/office/drawing/2014/main" id="{4D9456BA-211A-2AA0-B304-76050A6F3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05526"/>
            <a:ext cx="8763000" cy="444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6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DE2CF-D055-39E7-21E5-58BBE35A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025C0AA4-F8C1-39C0-9F7B-A0FBBDE1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900" spc="-100"/>
              <a:t>High Volume Months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1276C-1F70-D85C-7E9D-3A0E2864A8F4}"/>
              </a:ext>
            </a:extLst>
          </p:cNvPr>
          <p:cNvSpPr txBox="1"/>
          <p:nvPr/>
        </p:nvSpPr>
        <p:spPr>
          <a:xfrm>
            <a:off x="1100014" y="5666792"/>
            <a:ext cx="10180696" cy="5425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US" sz="2200">
                <a:solidFill>
                  <a:schemeClr val="accent1">
                    <a:lumMod val="20000"/>
                    <a:lumOff val="80000"/>
                  </a:schemeClr>
                </a:solidFill>
              </a:rPr>
              <a:t>63% of casual users rent bikes between the months of June, July, &amp; August</a:t>
            </a:r>
          </a:p>
        </p:txBody>
      </p:sp>
      <p:pic>
        <p:nvPicPr>
          <p:cNvPr id="5" name="Picture 4" descr="A graph of a number of rentals&#10;&#10;AI-generated content may be incorrect.">
            <a:extLst>
              <a:ext uri="{FF2B5EF4-FFF2-40B4-BE49-F238E27FC236}">
                <a16:creationId xmlns:a16="http://schemas.microsoft.com/office/drawing/2014/main" id="{6EEE5DAF-F3DA-3CEA-C51E-B0A41B2FB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08" y="352955"/>
            <a:ext cx="7097183" cy="38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08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CE749-7181-9A43-D3EC-5FFEF354B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9373E92-F88D-4F0A-94DF-393703E7D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938" y="46653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29DAA0-ADF6-43FD-9C99-483F722B5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609288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3FE848F9-6C60-3403-1690-065640D3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98448"/>
            <a:ext cx="4705801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900" spc="-100"/>
              <a:t>Long Term Renters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A21DE-D99D-1B15-DA0C-F878D437232D}"/>
              </a:ext>
            </a:extLst>
          </p:cNvPr>
          <p:cNvSpPr txBox="1"/>
          <p:nvPr/>
        </p:nvSpPr>
        <p:spPr>
          <a:xfrm>
            <a:off x="1100015" y="4670246"/>
            <a:ext cx="4675634" cy="9144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US" sz="2200">
                <a:solidFill>
                  <a:schemeClr val="accent1">
                    <a:lumMod val="20000"/>
                    <a:lumOff val="80000"/>
                  </a:schemeClr>
                </a:solidFill>
              </a:rPr>
              <a:t>Less than 1% of casual riders rent for more than 24 hours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2C8C35-BF44-4CFB-9754-81F07C98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EC1775-00CC-4491-85E3-3AAE6EA95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942225"/>
              </p:ext>
            </p:extLst>
          </p:nvPr>
        </p:nvGraphicFramePr>
        <p:xfrm>
          <a:off x="6586977" y="1183490"/>
          <a:ext cx="4908849" cy="4482872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597024">
                  <a:extLst>
                    <a:ext uri="{9D8B030D-6E8A-4147-A177-3AD203B41FA5}">
                      <a16:colId xmlns:a16="http://schemas.microsoft.com/office/drawing/2014/main" val="1157210868"/>
                    </a:ext>
                  </a:extLst>
                </a:gridCol>
                <a:gridCol w="1551962">
                  <a:extLst>
                    <a:ext uri="{9D8B030D-6E8A-4147-A177-3AD203B41FA5}">
                      <a16:colId xmlns:a16="http://schemas.microsoft.com/office/drawing/2014/main" val="2833259679"/>
                    </a:ext>
                  </a:extLst>
                </a:gridCol>
                <a:gridCol w="1759863">
                  <a:extLst>
                    <a:ext uri="{9D8B030D-6E8A-4147-A177-3AD203B41FA5}">
                      <a16:colId xmlns:a16="http://schemas.microsoft.com/office/drawing/2014/main" val="648335934"/>
                    </a:ext>
                  </a:extLst>
                </a:gridCol>
              </a:tblGrid>
              <a:tr h="56035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Percent of Rentals over 24 hours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506696"/>
                  </a:ext>
                </a:extLst>
              </a:tr>
              <a:tr h="5603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Quarter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Rentals &gt;24 hours / total rentals</a:t>
                      </a:r>
                    </a:p>
                  </a:txBody>
                  <a:tcPr marL="150995" marR="150995" marT="150995" marB="15099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211528"/>
                  </a:ext>
                </a:extLst>
              </a:tr>
              <a:tr h="5603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Casual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Members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422624"/>
                  </a:ext>
                </a:extLst>
              </a:tr>
              <a:tr h="560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Q1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0.29%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0.04%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956668"/>
                  </a:ext>
                </a:extLst>
              </a:tr>
              <a:tr h="560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Q2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0.14%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0.01%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984999"/>
                  </a:ext>
                </a:extLst>
              </a:tr>
              <a:tr h="560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Q3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0.13%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0.02%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736632"/>
                  </a:ext>
                </a:extLst>
              </a:tr>
              <a:tr h="560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Q4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0.27%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0.02%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486593"/>
                  </a:ext>
                </a:extLst>
              </a:tr>
              <a:tr h="560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Total Yearly</a:t>
                      </a:r>
                    </a:p>
                  </a:txBody>
                  <a:tcPr marL="150995" marR="150995" marT="150995" marB="1509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0.82%</a:t>
                      </a:r>
                    </a:p>
                  </a:txBody>
                  <a:tcPr marL="150995" marR="150995" marT="150995" marB="15099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 Narrow"/>
                        </a:rPr>
                        <a:t>0.08%</a:t>
                      </a:r>
                    </a:p>
                  </a:txBody>
                  <a:tcPr marL="150995" marR="150995" marT="150995" marB="150995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103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72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FCDD-F8AF-2581-733B-9BBCF17617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583" y="886783"/>
            <a:ext cx="2397167" cy="1132258"/>
          </a:xfrm>
        </p:spPr>
        <p:txBody>
          <a:bodyPr/>
          <a:lstStyle/>
          <a:p>
            <a:r>
              <a:rPr lang="en-US" dirty="0"/>
              <a:t>Marketing Objectives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29B037D-CB4B-8291-9EA3-365DD04737F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lIns="0" tIns="0" rIns="0" bIns="0"/>
          <a:lstStyle/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BEABA-0DCE-4B81-B9F7-4781C819587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Ride By The Hour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10CDA-9672-5A56-DF3B-01613825BE9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Provide new members discounts on rides longer than an hour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B72E724-44B2-C2C7-8089-3022B37DD39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 lIns="0" tIns="0" rIns="0" bIns="0"/>
          <a:lstStyle/>
          <a:p>
            <a:r>
              <a:rPr lang="en-US"/>
              <a:t>02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BE2CE-45DF-4825-1BED-9BD012FAB24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Happy Rider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DB403A-8211-5863-05CC-BCECB02576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Offer a "Happy Hour" like discount for riders between the time of 2 pm and 6 pm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23E4B3-874C-5E65-A9D6-58E93EC97F8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 lIns="0" tIns="0" rIns="0" bIns="0"/>
          <a:lstStyle/>
          <a:p>
            <a:r>
              <a:rPr lang="en-US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7320B1-F51B-12F4-9F3A-39300376639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The Weekender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EBE0E1-673B-CCFE-0CCB-D6914F86C55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New members have access to weekend rates for select months or time periods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B1A7610-8FEA-31DA-3DBC-B9A1BDE921F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 lIns="0" tIns="0" rIns="0" bIns="0"/>
          <a:lstStyle/>
          <a:p>
            <a:r>
              <a:rPr lang="en-US"/>
              <a:t>04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CE834F-6F71-52FE-7AAC-291620117EA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Long Term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9715309-A3C6-BDCC-65A3-9941C69627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US" altLang="zh-CN" dirty="0">
                <a:ea typeface="幼圆"/>
              </a:rPr>
              <a:t>A higher tier subscription that allows new members to have access to long term rentals.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99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EED647-84CF-1A16-4D69-1DA7D6922B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Thank you</a:t>
            </a:r>
            <a:endParaRPr lang="en-US"/>
          </a:p>
        </p:txBody>
      </p:sp>
      <p:pic>
        <p:nvPicPr>
          <p:cNvPr id="5" name="Picture Placeholder 4" descr="Modern glass building in black and white.">
            <a:extLst>
              <a:ext uri="{FF2B5EF4-FFF2-40B4-BE49-F238E27FC236}">
                <a16:creationId xmlns:a16="http://schemas.microsoft.com/office/drawing/2014/main" id="{73988C3C-9CF5-8861-742A-E259DD36B96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/>
      </p:pic>
    </p:spTree>
    <p:extLst>
      <p:ext uri="{BB962C8B-B14F-4D97-AF65-F5344CB8AC3E}">
        <p14:creationId xmlns:p14="http://schemas.microsoft.com/office/powerpoint/2010/main" val="518133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D92EA7-0D9D-4DD7-ACED-749A5B292D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04F9B3-91A5-4375-A792-D38A13F219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3.xml><?xml version="1.0" encoding="utf-8"?>
<ds:datastoreItem xmlns:ds="http://schemas.openxmlformats.org/officeDocument/2006/customXml" ds:itemID="{CD44FAE9-C7DC-48CA-9BFD-B49E0265CE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1167</Words>
  <Application>Microsoft Office PowerPoint</Application>
  <PresentationFormat>Widescreen</PresentationFormat>
  <Paragraphs>134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Frame</vt:lpstr>
      <vt:lpstr>Bike-Share To Success</vt:lpstr>
      <vt:lpstr>Agenda</vt:lpstr>
      <vt:lpstr>Current Standing</vt:lpstr>
      <vt:lpstr>PowerPoint Presentation</vt:lpstr>
      <vt:lpstr>Average Rider</vt:lpstr>
      <vt:lpstr>Popular Days</vt:lpstr>
      <vt:lpstr>Popular Times</vt:lpstr>
      <vt:lpstr>High Volume Months</vt:lpstr>
      <vt:lpstr>Long Term Renters</vt:lpstr>
      <vt:lpstr>Marketing Objectives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337</cp:revision>
  <dcterms:created xsi:type="dcterms:W3CDTF">2025-04-07T20:30:59Z</dcterms:created>
  <dcterms:modified xsi:type="dcterms:W3CDTF">2025-04-07T23:57:16Z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